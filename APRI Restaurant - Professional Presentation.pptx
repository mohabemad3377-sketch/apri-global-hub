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2.png"/><Relationship Id="rId2" Type="http://schemas.openxmlformats.org/officeDocument/2006/relationships/image" Target="../media/image-4-4.png"/><Relationship Id="rId3" Type="http://schemas.openxmlformats.org/officeDocument/2006/relationships/image" Target="../media/image-5-3.png"/><Relationship Id="rId4" Type="http://schemas.openxmlformats.org/officeDocument/2006/relationships/image" Target="../media/image-4-5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17248135467-4c7edcad34c4?w=1280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7796" b="7796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D0034">
                  <a:alpha val="80000"/>
                </a:srgbClr>
              </a:gs>
              <a:gs pos="50000">
                <a:srgbClr val="121212">
                  <a:alpha val="90000"/>
                </a:srgbClr>
              </a:gs>
              <a:gs pos="100000">
                <a:srgbClr val="0A0A0A"/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7315200" y="1727200"/>
            <a:ext cx="1625600" cy="1625600"/>
          </a:xfrm>
          <a:custGeom>
            <a:avLst/>
            <a:gdLst/>
            <a:ahLst/>
            <a:cxnLst/>
            <a:rect l="l" t="t" r="r" b="b"/>
            <a:pathLst>
              <a:path w="1625600" h="1625600">
                <a:moveTo>
                  <a:pt x="812800" y="0"/>
                </a:moveTo>
                <a:lnTo>
                  <a:pt x="812800" y="0"/>
                </a:lnTo>
                <a:cubicBezTo>
                  <a:pt x="1261397" y="0"/>
                  <a:pt x="1625600" y="364203"/>
                  <a:pt x="1625600" y="812800"/>
                </a:cubicBezTo>
                <a:lnTo>
                  <a:pt x="1625600" y="812800"/>
                </a:lnTo>
                <a:cubicBezTo>
                  <a:pt x="1625600" y="1261397"/>
                  <a:pt x="1261397" y="1625600"/>
                  <a:pt x="812800" y="1625600"/>
                </a:cubicBezTo>
                <a:lnTo>
                  <a:pt x="812800" y="1625600"/>
                </a:lnTo>
                <a:cubicBezTo>
                  <a:pt x="364203" y="1625600"/>
                  <a:pt x="0" y="1261397"/>
                  <a:pt x="0" y="812800"/>
                </a:cubicBezTo>
                <a:lnTo>
                  <a:pt x="0" y="812800"/>
                </a:lnTo>
                <a:cubicBezTo>
                  <a:pt x="0" y="364203"/>
                  <a:pt x="364203" y="0"/>
                  <a:pt x="812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0034"/>
              </a:gs>
              <a:gs pos="100000">
                <a:srgbClr val="5C0022"/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662267" y="2159000"/>
            <a:ext cx="927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07002" y="3759200"/>
            <a:ext cx="264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gradFill rotWithShape="1" flip="none">
                  <a:gsLst>
                    <a:gs pos="0">
                      <a:srgbClr val="F2B138"/>
                    </a:gs>
                    <a:gs pos="100000">
                      <a:srgbClr val="FFD700"/>
                    </a:gs>
                  </a:gsLst>
                  <a:lin ang="2700000" scaled="1"/>
                </a:gra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APRI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52592" y="4978400"/>
            <a:ext cx="335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FFFFFF">
                    <a:alpha val="9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Café &amp; Restaurant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0" y="56388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25400" y="0"/>
                </a:moveTo>
                <a:lnTo>
                  <a:pt x="1600200" y="0"/>
                </a:lnTo>
                <a:cubicBezTo>
                  <a:pt x="1614219" y="0"/>
                  <a:pt x="1625600" y="11381"/>
                  <a:pt x="1625600" y="25400"/>
                </a:cubicBezTo>
                <a:lnTo>
                  <a:pt x="1625600" y="25400"/>
                </a:lnTo>
                <a:cubicBezTo>
                  <a:pt x="1625600" y="39419"/>
                  <a:pt x="1614219" y="50800"/>
                  <a:pt x="1600200" y="50800"/>
                </a:cubicBezTo>
                <a:lnTo>
                  <a:pt x="25400" y="50800"/>
                </a:lnTo>
                <a:cubicBezTo>
                  <a:pt x="11381" y="50800"/>
                  <a:pt x="0" y="39419"/>
                  <a:pt x="0" y="25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2B138"/>
              </a:gs>
              <a:gs pos="100000">
                <a:srgbClr val="D49A2A"/>
              </a:gs>
            </a:gsLst>
            <a:lin ang="2700000" scaled="1"/>
          </a:gradFill>
          <a:ln/>
        </p:spPr>
      </p:sp>
      <p:sp>
        <p:nvSpPr>
          <p:cNvPr id="9" name="Text 6"/>
          <p:cNvSpPr/>
          <p:nvPr/>
        </p:nvSpPr>
        <p:spPr>
          <a:xfrm>
            <a:off x="5182394" y="6096000"/>
            <a:ext cx="589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من مزارعنا إلى مائدتك | From Our Farms to Your Table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177661" y="7124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F2B138"/>
          </a:solidFill>
          <a:ln/>
        </p:spPr>
      </p:sp>
      <p:sp>
        <p:nvSpPr>
          <p:cNvPr id="11" name="Text 8"/>
          <p:cNvSpPr/>
          <p:nvPr/>
        </p:nvSpPr>
        <p:spPr>
          <a:xfrm>
            <a:off x="8586391" y="7061200"/>
            <a:ext cx="151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thisisapri.com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983141" y="7124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1527" y="11162"/>
                </a:moveTo>
                <a:cubicBezTo>
                  <a:pt x="68000" y="2724"/>
                  <a:pt x="58802" y="-1741"/>
                  <a:pt x="50051" y="625"/>
                </a:cubicBezTo>
                <a:lnTo>
                  <a:pt x="47595" y="1295"/>
                </a:lnTo>
                <a:cubicBezTo>
                  <a:pt x="18752" y="9153"/>
                  <a:pt x="-5894" y="37103"/>
                  <a:pt x="1295" y="71125"/>
                </a:cubicBezTo>
                <a:cubicBezTo>
                  <a:pt x="17859" y="149260"/>
                  <a:pt x="79340" y="210741"/>
                  <a:pt x="157475" y="227305"/>
                </a:cubicBezTo>
                <a:cubicBezTo>
                  <a:pt x="191542" y="234538"/>
                  <a:pt x="219447" y="209848"/>
                  <a:pt x="227305" y="181005"/>
                </a:cubicBezTo>
                <a:lnTo>
                  <a:pt x="227975" y="178549"/>
                </a:lnTo>
                <a:cubicBezTo>
                  <a:pt x="230386" y="169753"/>
                  <a:pt x="225876" y="160556"/>
                  <a:pt x="217483" y="157073"/>
                </a:cubicBezTo>
                <a:lnTo>
                  <a:pt x="174040" y="138991"/>
                </a:lnTo>
                <a:cubicBezTo>
                  <a:pt x="166673" y="135910"/>
                  <a:pt x="158145" y="138053"/>
                  <a:pt x="153055" y="144259"/>
                </a:cubicBezTo>
                <a:lnTo>
                  <a:pt x="135821" y="165333"/>
                </a:lnTo>
                <a:cubicBezTo>
                  <a:pt x="104433" y="149751"/>
                  <a:pt x="79162" y="123676"/>
                  <a:pt x="64651" y="91663"/>
                </a:cubicBezTo>
                <a:lnTo>
                  <a:pt x="84386" y="75590"/>
                </a:lnTo>
                <a:cubicBezTo>
                  <a:pt x="90592" y="70545"/>
                  <a:pt x="92690" y="62017"/>
                  <a:pt x="89654" y="54605"/>
                </a:cubicBezTo>
                <a:lnTo>
                  <a:pt x="71527" y="11162"/>
                </a:lnTo>
                <a:close/>
              </a:path>
            </a:pathLst>
          </a:custGeom>
          <a:solidFill>
            <a:srgbClr val="F2B138"/>
          </a:solidFill>
          <a:ln/>
        </p:spPr>
      </p:sp>
      <p:sp>
        <p:nvSpPr>
          <p:cNvPr id="13" name="Text 10"/>
          <p:cNvSpPr/>
          <p:nvPr/>
        </p:nvSpPr>
        <p:spPr>
          <a:xfrm>
            <a:off x="5767189" y="7061200"/>
            <a:ext cx="213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+2 (012) 2227 3331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55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40" kern="0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VISION &amp; MISSION —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37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رؤيتنا وأهدافنا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37550" y="1784350"/>
            <a:ext cx="7404100" cy="6845300"/>
          </a:xfrm>
          <a:custGeom>
            <a:avLst/>
            <a:gdLst/>
            <a:ahLst/>
            <a:cxnLst/>
            <a:rect l="l" t="t" r="r" b="b"/>
            <a:pathLst>
              <a:path w="7404100" h="6845300">
                <a:moveTo>
                  <a:pt x="304821" y="0"/>
                </a:moveTo>
                <a:lnTo>
                  <a:pt x="7099279" y="0"/>
                </a:lnTo>
                <a:cubicBezTo>
                  <a:pt x="7267627" y="0"/>
                  <a:pt x="7404100" y="136473"/>
                  <a:pt x="7404100" y="304821"/>
                </a:cubicBezTo>
                <a:lnTo>
                  <a:pt x="7404100" y="6540479"/>
                </a:lnTo>
                <a:cubicBezTo>
                  <a:pt x="7404100" y="6708827"/>
                  <a:pt x="7267627" y="6845300"/>
                  <a:pt x="7099279" y="6845300"/>
                </a:cubicBezTo>
                <a:lnTo>
                  <a:pt x="304821" y="6845300"/>
                </a:lnTo>
                <a:cubicBezTo>
                  <a:pt x="136473" y="6845300"/>
                  <a:pt x="0" y="6708827"/>
                  <a:pt x="0" y="6540479"/>
                </a:cubicBezTo>
                <a:lnTo>
                  <a:pt x="0" y="304821"/>
                </a:lnTo>
                <a:cubicBezTo>
                  <a:pt x="0" y="136586"/>
                  <a:pt x="136586" y="0"/>
                  <a:pt x="304821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2B13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16100" y="2197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203200" y="0"/>
                </a:moveTo>
                <a:lnTo>
                  <a:pt x="609600" y="0"/>
                </a:lnTo>
                <a:cubicBezTo>
                  <a:pt x="721749" y="0"/>
                  <a:pt x="812800" y="91051"/>
                  <a:pt x="812800" y="203200"/>
                </a:cubicBezTo>
                <a:lnTo>
                  <a:pt x="812800" y="609600"/>
                </a:lnTo>
                <a:cubicBezTo>
                  <a:pt x="812800" y="721749"/>
                  <a:pt x="721749" y="812800"/>
                  <a:pt x="609600" y="812800"/>
                </a:cubicBezTo>
                <a:lnTo>
                  <a:pt x="203200" y="812800"/>
                </a:lnTo>
                <a:cubicBezTo>
                  <a:pt x="91051" y="812800"/>
                  <a:pt x="0" y="721749"/>
                  <a:pt x="0" y="6096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0034"/>
              </a:gs>
              <a:gs pos="100000">
                <a:srgbClr val="5C0022"/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14751050" y="24511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19050"/>
                </a:moveTo>
                <a:cubicBezTo>
                  <a:pt x="123349" y="19050"/>
                  <a:pt x="84832" y="40957"/>
                  <a:pt x="56793" y="67032"/>
                </a:cubicBezTo>
                <a:cubicBezTo>
                  <a:pt x="28932" y="92928"/>
                  <a:pt x="10299" y="123825"/>
                  <a:pt x="1429" y="145078"/>
                </a:cubicBezTo>
                <a:cubicBezTo>
                  <a:pt x="-536" y="149781"/>
                  <a:pt x="-536" y="155019"/>
                  <a:pt x="1429" y="159722"/>
                </a:cubicBezTo>
                <a:cubicBezTo>
                  <a:pt x="10299" y="180975"/>
                  <a:pt x="28932" y="211931"/>
                  <a:pt x="56793" y="237768"/>
                </a:cubicBezTo>
                <a:cubicBezTo>
                  <a:pt x="84832" y="263783"/>
                  <a:pt x="123349" y="285750"/>
                  <a:pt x="171450" y="285750"/>
                </a:cubicBezTo>
                <a:cubicBezTo>
                  <a:pt x="219551" y="285750"/>
                  <a:pt x="258068" y="263843"/>
                  <a:pt x="286107" y="237768"/>
                </a:cubicBezTo>
                <a:cubicBezTo>
                  <a:pt x="313968" y="211872"/>
                  <a:pt x="332601" y="180975"/>
                  <a:pt x="341471" y="159722"/>
                </a:cubicBezTo>
                <a:cubicBezTo>
                  <a:pt x="343436" y="155019"/>
                  <a:pt x="343436" y="149781"/>
                  <a:pt x="341471" y="145078"/>
                </a:cubicBezTo>
                <a:cubicBezTo>
                  <a:pt x="332601" y="123825"/>
                  <a:pt x="313968" y="92869"/>
                  <a:pt x="286107" y="67032"/>
                </a:cubicBezTo>
                <a:cubicBezTo>
                  <a:pt x="258068" y="41017"/>
                  <a:pt x="219551" y="19050"/>
                  <a:pt x="171450" y="19050"/>
                </a:cubicBezTo>
                <a:close/>
                <a:moveTo>
                  <a:pt x="85725" y="152400"/>
                </a:moveTo>
                <a:cubicBezTo>
                  <a:pt x="85725" y="105087"/>
                  <a:pt x="124137" y="66675"/>
                  <a:pt x="171450" y="66675"/>
                </a:cubicBezTo>
                <a:cubicBezTo>
                  <a:pt x="218763" y="66675"/>
                  <a:pt x="257175" y="105087"/>
                  <a:pt x="257175" y="152400"/>
                </a:cubicBezTo>
                <a:cubicBezTo>
                  <a:pt x="257175" y="199713"/>
                  <a:pt x="218763" y="238125"/>
                  <a:pt x="171450" y="238125"/>
                </a:cubicBezTo>
                <a:cubicBezTo>
                  <a:pt x="124137" y="238125"/>
                  <a:pt x="85725" y="199713"/>
                  <a:pt x="85725" y="152400"/>
                </a:cubicBezTo>
                <a:close/>
                <a:moveTo>
                  <a:pt x="171450" y="114300"/>
                </a:moveTo>
                <a:cubicBezTo>
                  <a:pt x="171450" y="135315"/>
                  <a:pt x="154365" y="152400"/>
                  <a:pt x="133350" y="152400"/>
                </a:cubicBezTo>
                <a:cubicBezTo>
                  <a:pt x="126504" y="152400"/>
                  <a:pt x="120075" y="150614"/>
                  <a:pt x="114479" y="147399"/>
                </a:cubicBezTo>
                <a:cubicBezTo>
                  <a:pt x="113883" y="153888"/>
                  <a:pt x="114419" y="160556"/>
                  <a:pt x="116205" y="167164"/>
                </a:cubicBezTo>
                <a:cubicBezTo>
                  <a:pt x="124361" y="197644"/>
                  <a:pt x="155734" y="215741"/>
                  <a:pt x="186214" y="207585"/>
                </a:cubicBezTo>
                <a:cubicBezTo>
                  <a:pt x="216694" y="199430"/>
                  <a:pt x="234791" y="168057"/>
                  <a:pt x="226635" y="137577"/>
                </a:cubicBezTo>
                <a:cubicBezTo>
                  <a:pt x="219373" y="110371"/>
                  <a:pt x="193596" y="93047"/>
                  <a:pt x="166449" y="95429"/>
                </a:cubicBezTo>
                <a:cubicBezTo>
                  <a:pt x="169605" y="100965"/>
                  <a:pt x="171450" y="107394"/>
                  <a:pt x="171450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750300" y="3314700"/>
            <a:ext cx="6731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2B1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الرؤية | Vision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50300" y="3911600"/>
            <a:ext cx="66929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أن نكون الوجهة الأولى للضيافة الفاخرة في مصر والسعودية، نقدم تجربة طعام استثنائية تجمع بين الأصالة والحداثة.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50300" y="4851400"/>
            <a:ext cx="6680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 be the premier destination for luxury hospitality in Egypt and Saudi Arabia, offering an exceptional dining experience that blends authenticity with modernity.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4350" y="1784350"/>
            <a:ext cx="7404100" cy="6845300"/>
          </a:xfrm>
          <a:custGeom>
            <a:avLst/>
            <a:gdLst/>
            <a:ahLst/>
            <a:cxnLst/>
            <a:rect l="l" t="t" r="r" b="b"/>
            <a:pathLst>
              <a:path w="7404100" h="6845300">
                <a:moveTo>
                  <a:pt x="304821" y="0"/>
                </a:moveTo>
                <a:lnTo>
                  <a:pt x="7099279" y="0"/>
                </a:lnTo>
                <a:cubicBezTo>
                  <a:pt x="7267627" y="0"/>
                  <a:pt x="7404100" y="136473"/>
                  <a:pt x="7404100" y="304821"/>
                </a:cubicBezTo>
                <a:lnTo>
                  <a:pt x="7404100" y="6540479"/>
                </a:lnTo>
                <a:cubicBezTo>
                  <a:pt x="7404100" y="6708827"/>
                  <a:pt x="7267627" y="6845300"/>
                  <a:pt x="7099279" y="6845300"/>
                </a:cubicBezTo>
                <a:lnTo>
                  <a:pt x="304821" y="6845300"/>
                </a:lnTo>
                <a:cubicBezTo>
                  <a:pt x="136473" y="6845300"/>
                  <a:pt x="0" y="6708827"/>
                  <a:pt x="0" y="6540479"/>
                </a:cubicBezTo>
                <a:lnTo>
                  <a:pt x="0" y="304821"/>
                </a:lnTo>
                <a:cubicBezTo>
                  <a:pt x="0" y="136586"/>
                  <a:pt x="136586" y="0"/>
                  <a:pt x="304821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2B138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92900" y="21971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203200" y="0"/>
                </a:moveTo>
                <a:lnTo>
                  <a:pt x="609600" y="0"/>
                </a:lnTo>
                <a:cubicBezTo>
                  <a:pt x="721749" y="0"/>
                  <a:pt x="812800" y="91051"/>
                  <a:pt x="812800" y="203200"/>
                </a:cubicBezTo>
                <a:lnTo>
                  <a:pt x="812800" y="609600"/>
                </a:lnTo>
                <a:cubicBezTo>
                  <a:pt x="812800" y="721749"/>
                  <a:pt x="721749" y="812800"/>
                  <a:pt x="609600" y="812800"/>
                </a:cubicBezTo>
                <a:lnTo>
                  <a:pt x="203200" y="812800"/>
                </a:lnTo>
                <a:cubicBezTo>
                  <a:pt x="91051" y="812800"/>
                  <a:pt x="0" y="721749"/>
                  <a:pt x="0" y="6096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2B138"/>
              </a:gs>
              <a:gs pos="100000">
                <a:srgbClr val="D49A2A"/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6946900" y="2451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13" name="Text 11"/>
          <p:cNvSpPr/>
          <p:nvPr/>
        </p:nvSpPr>
        <p:spPr>
          <a:xfrm>
            <a:off x="927100" y="3314700"/>
            <a:ext cx="6731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2B1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المهمة | Mission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7100" y="3911600"/>
            <a:ext cx="66929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تقديم أجود المأكولات من مكونات عضوية طازجة من مزارعنا الخاصة، مع خدمة استثنائية تجعل كل زيارة تجربة لا تُنسى.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7100" y="4851400"/>
            <a:ext cx="6680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 serve the finest cuisine made from fresh organic ingredients from our own farms, with exceptional service that makes every visit an unforgettable experience.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55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40" kern="0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CORE FEATURES —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37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المميزات الأساسية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096750" y="1682750"/>
            <a:ext cx="3644900" cy="3365500"/>
          </a:xfrm>
          <a:custGeom>
            <a:avLst/>
            <a:gdLst/>
            <a:ahLst/>
            <a:cxnLst/>
            <a:rect l="l" t="t" r="r" b="b"/>
            <a:pathLst>
              <a:path w="3644900" h="3365500">
                <a:moveTo>
                  <a:pt x="203209" y="0"/>
                </a:moveTo>
                <a:lnTo>
                  <a:pt x="3441691" y="0"/>
                </a:lnTo>
                <a:cubicBezTo>
                  <a:pt x="3553920" y="0"/>
                  <a:pt x="3644900" y="90980"/>
                  <a:pt x="3644900" y="203209"/>
                </a:cubicBezTo>
                <a:lnTo>
                  <a:pt x="3644900" y="3162291"/>
                </a:lnTo>
                <a:cubicBezTo>
                  <a:pt x="3644900" y="3274520"/>
                  <a:pt x="3553920" y="3365500"/>
                  <a:pt x="3441691" y="3365500"/>
                </a:cubicBezTo>
                <a:lnTo>
                  <a:pt x="203209" y="3365500"/>
                </a:lnTo>
                <a:cubicBezTo>
                  <a:pt x="90980" y="3365500"/>
                  <a:pt x="0" y="3274520"/>
                  <a:pt x="0" y="3162291"/>
                </a:cubicBezTo>
                <a:lnTo>
                  <a:pt x="0" y="203209"/>
                </a:lnTo>
                <a:cubicBezTo>
                  <a:pt x="0" y="90980"/>
                  <a:pt x="90980" y="0"/>
                  <a:pt x="20320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871700" y="1943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0034"/>
              </a:gs>
              <a:gs pos="100000">
                <a:srgbClr val="5C0022"/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15033625" y="21209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11125" y="123031"/>
                </a:moveTo>
                <a:cubicBezTo>
                  <a:pt x="143981" y="123031"/>
                  <a:pt x="170656" y="96356"/>
                  <a:pt x="170656" y="63500"/>
                </a:cubicBezTo>
                <a:cubicBezTo>
                  <a:pt x="170656" y="30644"/>
                  <a:pt x="143981" y="3969"/>
                  <a:pt x="111125" y="3969"/>
                </a:cubicBezTo>
                <a:cubicBezTo>
                  <a:pt x="78269" y="3969"/>
                  <a:pt x="51594" y="30644"/>
                  <a:pt x="51594" y="63500"/>
                </a:cubicBezTo>
                <a:cubicBezTo>
                  <a:pt x="51594" y="96356"/>
                  <a:pt x="78269" y="123031"/>
                  <a:pt x="111125" y="123031"/>
                </a:cubicBezTo>
                <a:close/>
                <a:moveTo>
                  <a:pt x="96391" y="150813"/>
                </a:moveTo>
                <a:cubicBezTo>
                  <a:pt x="47526" y="150813"/>
                  <a:pt x="7938" y="190401"/>
                  <a:pt x="7938" y="239266"/>
                </a:cubicBezTo>
                <a:cubicBezTo>
                  <a:pt x="7938" y="247402"/>
                  <a:pt x="14536" y="254000"/>
                  <a:pt x="22671" y="254000"/>
                </a:cubicBezTo>
                <a:lnTo>
                  <a:pt x="147439" y="254000"/>
                </a:lnTo>
                <a:cubicBezTo>
                  <a:pt x="129480" y="232866"/>
                  <a:pt x="119063" y="205631"/>
                  <a:pt x="119063" y="176808"/>
                </a:cubicBezTo>
                <a:lnTo>
                  <a:pt x="119063" y="161379"/>
                </a:lnTo>
                <a:cubicBezTo>
                  <a:pt x="119063" y="157758"/>
                  <a:pt x="119559" y="154186"/>
                  <a:pt x="120501" y="150812"/>
                </a:cubicBezTo>
                <a:lnTo>
                  <a:pt x="96391" y="150812"/>
                </a:lnTo>
                <a:close/>
                <a:moveTo>
                  <a:pt x="220911" y="242342"/>
                </a:moveTo>
                <a:lnTo>
                  <a:pt x="214313" y="245467"/>
                </a:lnTo>
                <a:lnTo>
                  <a:pt x="214313" y="152152"/>
                </a:lnTo>
                <a:lnTo>
                  <a:pt x="261937" y="168027"/>
                </a:lnTo>
                <a:lnTo>
                  <a:pt x="261937" y="177750"/>
                </a:lnTo>
                <a:cubicBezTo>
                  <a:pt x="261937" y="205432"/>
                  <a:pt x="245963" y="230584"/>
                  <a:pt x="220911" y="242391"/>
                </a:cubicBezTo>
                <a:close/>
                <a:moveTo>
                  <a:pt x="209302" y="128736"/>
                </a:moveTo>
                <a:lnTo>
                  <a:pt x="153739" y="147241"/>
                </a:lnTo>
                <a:cubicBezTo>
                  <a:pt x="147241" y="149423"/>
                  <a:pt x="142875" y="155476"/>
                  <a:pt x="142875" y="162322"/>
                </a:cubicBezTo>
                <a:lnTo>
                  <a:pt x="142875" y="177750"/>
                </a:lnTo>
                <a:cubicBezTo>
                  <a:pt x="142875" y="214660"/>
                  <a:pt x="164207" y="248245"/>
                  <a:pt x="197545" y="263922"/>
                </a:cubicBezTo>
                <a:lnTo>
                  <a:pt x="206722" y="268238"/>
                </a:lnTo>
                <a:cubicBezTo>
                  <a:pt x="209104" y="269329"/>
                  <a:pt x="211683" y="269925"/>
                  <a:pt x="214263" y="269925"/>
                </a:cubicBezTo>
                <a:cubicBezTo>
                  <a:pt x="216843" y="269925"/>
                  <a:pt x="219472" y="269329"/>
                  <a:pt x="221804" y="268238"/>
                </a:cubicBezTo>
                <a:lnTo>
                  <a:pt x="230981" y="263922"/>
                </a:lnTo>
                <a:cubicBezTo>
                  <a:pt x="264418" y="248196"/>
                  <a:pt x="285750" y="214610"/>
                  <a:pt x="285750" y="177701"/>
                </a:cubicBezTo>
                <a:lnTo>
                  <a:pt x="285750" y="162272"/>
                </a:lnTo>
                <a:cubicBezTo>
                  <a:pt x="285750" y="155426"/>
                  <a:pt x="281384" y="149374"/>
                  <a:pt x="274886" y="147191"/>
                </a:cubicBezTo>
                <a:lnTo>
                  <a:pt x="219323" y="128687"/>
                </a:lnTo>
                <a:cubicBezTo>
                  <a:pt x="216049" y="127595"/>
                  <a:pt x="212527" y="127595"/>
                  <a:pt x="209302" y="12868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357100" y="2755900"/>
            <a:ext cx="323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نظام مصادقة متقدم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57100" y="32131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Advanced Auth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68200" y="36195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بريد إلكتروني + هاتف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68200" y="39243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OTP تحقق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268200" y="42291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مصادقة بيومترية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35950" y="1682750"/>
            <a:ext cx="3644900" cy="3365500"/>
          </a:xfrm>
          <a:custGeom>
            <a:avLst/>
            <a:gdLst/>
            <a:ahLst/>
            <a:cxnLst/>
            <a:rect l="l" t="t" r="r" b="b"/>
            <a:pathLst>
              <a:path w="3644900" h="3365500">
                <a:moveTo>
                  <a:pt x="203209" y="0"/>
                </a:moveTo>
                <a:lnTo>
                  <a:pt x="3441691" y="0"/>
                </a:lnTo>
                <a:cubicBezTo>
                  <a:pt x="3553920" y="0"/>
                  <a:pt x="3644900" y="90980"/>
                  <a:pt x="3644900" y="203209"/>
                </a:cubicBezTo>
                <a:lnTo>
                  <a:pt x="3644900" y="3162291"/>
                </a:lnTo>
                <a:cubicBezTo>
                  <a:pt x="3644900" y="3274520"/>
                  <a:pt x="3553920" y="3365500"/>
                  <a:pt x="3441691" y="3365500"/>
                </a:cubicBezTo>
                <a:lnTo>
                  <a:pt x="203209" y="3365500"/>
                </a:lnTo>
                <a:cubicBezTo>
                  <a:pt x="90980" y="3365500"/>
                  <a:pt x="0" y="3274520"/>
                  <a:pt x="0" y="3162291"/>
                </a:cubicBezTo>
                <a:lnTo>
                  <a:pt x="0" y="203209"/>
                </a:lnTo>
                <a:cubicBezTo>
                  <a:pt x="0" y="90980"/>
                  <a:pt x="90980" y="0"/>
                  <a:pt x="20320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010900" y="1943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2B138"/>
              </a:gs>
              <a:gs pos="100000">
                <a:srgbClr val="D49A2A"/>
              </a:gs>
            </a:gsLst>
            <a:lin ang="270000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11188700" y="2120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00" y="7144"/>
                </a:moveTo>
                <a:cubicBezTo>
                  <a:pt x="31304" y="3076"/>
                  <a:pt x="27880" y="0"/>
                  <a:pt x="23812" y="0"/>
                </a:cubicBezTo>
                <a:cubicBezTo>
                  <a:pt x="19745" y="0"/>
                  <a:pt x="16321" y="3076"/>
                  <a:pt x="15875" y="7094"/>
                </a:cubicBezTo>
                <a:lnTo>
                  <a:pt x="8880" y="74265"/>
                </a:lnTo>
                <a:cubicBezTo>
                  <a:pt x="8235" y="77242"/>
                  <a:pt x="7938" y="80268"/>
                  <a:pt x="7938" y="83294"/>
                </a:cubicBezTo>
                <a:cubicBezTo>
                  <a:pt x="7938" y="106065"/>
                  <a:pt x="25350" y="124768"/>
                  <a:pt x="47625" y="126802"/>
                </a:cubicBezTo>
                <a:lnTo>
                  <a:pt x="47625" y="238125"/>
                </a:lnTo>
                <a:cubicBezTo>
                  <a:pt x="47625" y="246906"/>
                  <a:pt x="54719" y="254000"/>
                  <a:pt x="63500" y="254000"/>
                </a:cubicBezTo>
                <a:cubicBezTo>
                  <a:pt x="72281" y="254000"/>
                  <a:pt x="79375" y="246906"/>
                  <a:pt x="79375" y="238125"/>
                </a:cubicBezTo>
                <a:lnTo>
                  <a:pt x="79375" y="126802"/>
                </a:lnTo>
                <a:cubicBezTo>
                  <a:pt x="101650" y="124768"/>
                  <a:pt x="119063" y="106065"/>
                  <a:pt x="119063" y="83294"/>
                </a:cubicBezTo>
                <a:cubicBezTo>
                  <a:pt x="119063" y="80268"/>
                  <a:pt x="118765" y="77242"/>
                  <a:pt x="118120" y="74265"/>
                </a:cubicBezTo>
                <a:lnTo>
                  <a:pt x="111075" y="7094"/>
                </a:lnTo>
                <a:cubicBezTo>
                  <a:pt x="110679" y="3076"/>
                  <a:pt x="107255" y="0"/>
                  <a:pt x="103188" y="0"/>
                </a:cubicBezTo>
                <a:cubicBezTo>
                  <a:pt x="99120" y="0"/>
                  <a:pt x="95696" y="3076"/>
                  <a:pt x="95300" y="7144"/>
                </a:cubicBezTo>
                <a:lnTo>
                  <a:pt x="88553" y="74364"/>
                </a:lnTo>
                <a:cubicBezTo>
                  <a:pt x="88255" y="77192"/>
                  <a:pt x="85874" y="79375"/>
                  <a:pt x="83046" y="79375"/>
                </a:cubicBezTo>
                <a:cubicBezTo>
                  <a:pt x="80169" y="79375"/>
                  <a:pt x="77788" y="77192"/>
                  <a:pt x="77490" y="74315"/>
                </a:cubicBezTo>
                <a:lnTo>
                  <a:pt x="71388" y="7243"/>
                </a:lnTo>
                <a:cubicBezTo>
                  <a:pt x="71041" y="3125"/>
                  <a:pt x="67618" y="0"/>
                  <a:pt x="63500" y="0"/>
                </a:cubicBezTo>
                <a:cubicBezTo>
                  <a:pt x="59382" y="0"/>
                  <a:pt x="55959" y="3125"/>
                  <a:pt x="55612" y="7243"/>
                </a:cubicBezTo>
                <a:lnTo>
                  <a:pt x="49510" y="74315"/>
                </a:lnTo>
                <a:cubicBezTo>
                  <a:pt x="49262" y="77192"/>
                  <a:pt x="46831" y="79375"/>
                  <a:pt x="43954" y="79375"/>
                </a:cubicBezTo>
                <a:cubicBezTo>
                  <a:pt x="41077" y="79375"/>
                  <a:pt x="38695" y="77192"/>
                  <a:pt x="38447" y="74364"/>
                </a:cubicBezTo>
                <a:lnTo>
                  <a:pt x="31700" y="7144"/>
                </a:lnTo>
                <a:close/>
                <a:moveTo>
                  <a:pt x="222250" y="0"/>
                </a:moveTo>
                <a:cubicBezTo>
                  <a:pt x="214313" y="0"/>
                  <a:pt x="158750" y="15875"/>
                  <a:pt x="158750" y="87313"/>
                </a:cubicBezTo>
                <a:lnTo>
                  <a:pt x="158750" y="142875"/>
                </a:lnTo>
                <a:cubicBezTo>
                  <a:pt x="158750" y="160387"/>
                  <a:pt x="172988" y="174625"/>
                  <a:pt x="190500" y="174625"/>
                </a:cubicBezTo>
                <a:lnTo>
                  <a:pt x="206375" y="174625"/>
                </a:lnTo>
                <a:lnTo>
                  <a:pt x="206375" y="238125"/>
                </a:lnTo>
                <a:cubicBezTo>
                  <a:pt x="206375" y="246906"/>
                  <a:pt x="213469" y="254000"/>
                  <a:pt x="222250" y="254000"/>
                </a:cubicBezTo>
                <a:cubicBezTo>
                  <a:pt x="231031" y="254000"/>
                  <a:pt x="238125" y="246906"/>
                  <a:pt x="238125" y="238125"/>
                </a:cubicBezTo>
                <a:lnTo>
                  <a:pt x="238125" y="15875"/>
                </a:lnTo>
                <a:cubicBezTo>
                  <a:pt x="238125" y="7094"/>
                  <a:pt x="231031" y="0"/>
                  <a:pt x="222250" y="0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15" name="Text 13"/>
          <p:cNvSpPr/>
          <p:nvPr/>
        </p:nvSpPr>
        <p:spPr>
          <a:xfrm>
            <a:off x="8496300" y="2755900"/>
            <a:ext cx="323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منيو تفاعلي كامل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96300" y="32131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Interactive Menu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07400" y="36195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20+ صنف متنوع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07400" y="39243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تصنيفات ذكية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07400" y="42291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صور عالية الجودة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75150" y="1682750"/>
            <a:ext cx="3644900" cy="3365500"/>
          </a:xfrm>
          <a:custGeom>
            <a:avLst/>
            <a:gdLst/>
            <a:ahLst/>
            <a:cxnLst/>
            <a:rect l="l" t="t" r="r" b="b"/>
            <a:pathLst>
              <a:path w="3644900" h="3365500">
                <a:moveTo>
                  <a:pt x="203209" y="0"/>
                </a:moveTo>
                <a:lnTo>
                  <a:pt x="3441691" y="0"/>
                </a:lnTo>
                <a:cubicBezTo>
                  <a:pt x="3553920" y="0"/>
                  <a:pt x="3644900" y="90980"/>
                  <a:pt x="3644900" y="203209"/>
                </a:cubicBezTo>
                <a:lnTo>
                  <a:pt x="3644900" y="3162291"/>
                </a:lnTo>
                <a:cubicBezTo>
                  <a:pt x="3644900" y="3274520"/>
                  <a:pt x="3553920" y="3365500"/>
                  <a:pt x="3441691" y="3365500"/>
                </a:cubicBezTo>
                <a:lnTo>
                  <a:pt x="203209" y="3365500"/>
                </a:lnTo>
                <a:cubicBezTo>
                  <a:pt x="90980" y="3365500"/>
                  <a:pt x="0" y="3274520"/>
                  <a:pt x="0" y="3162291"/>
                </a:cubicBezTo>
                <a:lnTo>
                  <a:pt x="0" y="203209"/>
                </a:lnTo>
                <a:cubicBezTo>
                  <a:pt x="0" y="90980"/>
                  <a:pt x="90980" y="0"/>
                  <a:pt x="20320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0100" y="1943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0034"/>
              </a:gs>
              <a:gs pos="100000">
                <a:srgbClr val="5C0022"/>
              </a:gs>
            </a:gsLst>
            <a:lin ang="27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7296150" y="21209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1906" y="-7937"/>
                </a:moveTo>
                <a:cubicBezTo>
                  <a:pt x="5308" y="-7937"/>
                  <a:pt x="0" y="-2629"/>
                  <a:pt x="0" y="3969"/>
                </a:cubicBezTo>
                <a:cubicBezTo>
                  <a:pt x="0" y="10567"/>
                  <a:pt x="5308" y="15875"/>
                  <a:pt x="11906" y="15875"/>
                </a:cubicBezTo>
                <a:lnTo>
                  <a:pt x="34379" y="15875"/>
                </a:lnTo>
                <a:cubicBezTo>
                  <a:pt x="36314" y="15875"/>
                  <a:pt x="37951" y="17264"/>
                  <a:pt x="38298" y="19149"/>
                </a:cubicBezTo>
                <a:lnTo>
                  <a:pt x="64145" y="161181"/>
                </a:lnTo>
                <a:cubicBezTo>
                  <a:pt x="67221" y="178147"/>
                  <a:pt x="82004" y="190500"/>
                  <a:pt x="99268" y="190500"/>
                </a:cubicBezTo>
                <a:lnTo>
                  <a:pt x="226219" y="190500"/>
                </a:lnTo>
                <a:cubicBezTo>
                  <a:pt x="232817" y="190500"/>
                  <a:pt x="238125" y="185192"/>
                  <a:pt x="238125" y="178594"/>
                </a:cubicBezTo>
                <a:cubicBezTo>
                  <a:pt x="238125" y="171996"/>
                  <a:pt x="232817" y="166688"/>
                  <a:pt x="226219" y="166688"/>
                </a:cubicBezTo>
                <a:lnTo>
                  <a:pt x="99268" y="166688"/>
                </a:lnTo>
                <a:cubicBezTo>
                  <a:pt x="93514" y="166688"/>
                  <a:pt x="88602" y="162570"/>
                  <a:pt x="87561" y="156914"/>
                </a:cubicBezTo>
                <a:lnTo>
                  <a:pt x="85030" y="142875"/>
                </a:lnTo>
                <a:lnTo>
                  <a:pt x="235645" y="142875"/>
                </a:lnTo>
                <a:cubicBezTo>
                  <a:pt x="250924" y="142875"/>
                  <a:pt x="264021" y="132011"/>
                  <a:pt x="266849" y="116979"/>
                </a:cubicBezTo>
                <a:lnTo>
                  <a:pt x="282228" y="34677"/>
                </a:lnTo>
                <a:cubicBezTo>
                  <a:pt x="284063" y="24904"/>
                  <a:pt x="276572" y="15875"/>
                  <a:pt x="266601" y="15875"/>
                </a:cubicBezTo>
                <a:lnTo>
                  <a:pt x="61863" y="15875"/>
                </a:lnTo>
                <a:lnTo>
                  <a:pt x="61664" y="14883"/>
                </a:lnTo>
                <a:cubicBezTo>
                  <a:pt x="59283" y="1687"/>
                  <a:pt x="47774" y="-7937"/>
                  <a:pt x="34330" y="-7937"/>
                </a:cubicBezTo>
                <a:lnTo>
                  <a:pt x="11906" y="-7937"/>
                </a:lnTo>
                <a:close/>
                <a:moveTo>
                  <a:pt x="103188" y="254000"/>
                </a:moveTo>
                <a:cubicBezTo>
                  <a:pt x="116330" y="254000"/>
                  <a:pt x="127000" y="243330"/>
                  <a:pt x="127000" y="230188"/>
                </a:cubicBezTo>
                <a:cubicBezTo>
                  <a:pt x="127000" y="217045"/>
                  <a:pt x="116330" y="206375"/>
                  <a:pt x="103188" y="206375"/>
                </a:cubicBezTo>
                <a:cubicBezTo>
                  <a:pt x="90045" y="206375"/>
                  <a:pt x="79375" y="217045"/>
                  <a:pt x="79375" y="230188"/>
                </a:cubicBezTo>
                <a:cubicBezTo>
                  <a:pt x="79375" y="243330"/>
                  <a:pt x="90045" y="254000"/>
                  <a:pt x="103188" y="254000"/>
                </a:cubicBezTo>
                <a:close/>
                <a:moveTo>
                  <a:pt x="214313" y="254000"/>
                </a:moveTo>
                <a:cubicBezTo>
                  <a:pt x="227455" y="254000"/>
                  <a:pt x="238125" y="243330"/>
                  <a:pt x="238125" y="230188"/>
                </a:cubicBezTo>
                <a:cubicBezTo>
                  <a:pt x="238125" y="217045"/>
                  <a:pt x="227455" y="206375"/>
                  <a:pt x="214313" y="206375"/>
                </a:cubicBezTo>
                <a:cubicBezTo>
                  <a:pt x="201170" y="206375"/>
                  <a:pt x="190500" y="217045"/>
                  <a:pt x="190500" y="230188"/>
                </a:cubicBezTo>
                <a:cubicBezTo>
                  <a:pt x="190500" y="243330"/>
                  <a:pt x="201170" y="254000"/>
                  <a:pt x="214313" y="2540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635500" y="2755900"/>
            <a:ext cx="323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سلة تسوق ذكية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35500" y="32131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 Cart System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46600" y="36195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إضافة/تعديل سريع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46600" y="39243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حساب ضريبة تلقائي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46600" y="42291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QR تتبع الطلب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4350" y="1682750"/>
            <a:ext cx="3644900" cy="3365500"/>
          </a:xfrm>
          <a:custGeom>
            <a:avLst/>
            <a:gdLst/>
            <a:ahLst/>
            <a:cxnLst/>
            <a:rect l="l" t="t" r="r" b="b"/>
            <a:pathLst>
              <a:path w="3644900" h="3365500">
                <a:moveTo>
                  <a:pt x="203209" y="0"/>
                </a:moveTo>
                <a:lnTo>
                  <a:pt x="3441691" y="0"/>
                </a:lnTo>
                <a:cubicBezTo>
                  <a:pt x="3553920" y="0"/>
                  <a:pt x="3644900" y="90980"/>
                  <a:pt x="3644900" y="203209"/>
                </a:cubicBezTo>
                <a:lnTo>
                  <a:pt x="3644900" y="3162291"/>
                </a:lnTo>
                <a:cubicBezTo>
                  <a:pt x="3644900" y="3274520"/>
                  <a:pt x="3553920" y="3365500"/>
                  <a:pt x="3441691" y="3365500"/>
                </a:cubicBezTo>
                <a:lnTo>
                  <a:pt x="203209" y="3365500"/>
                </a:lnTo>
                <a:cubicBezTo>
                  <a:pt x="90980" y="3365500"/>
                  <a:pt x="0" y="3274520"/>
                  <a:pt x="0" y="3162291"/>
                </a:cubicBezTo>
                <a:lnTo>
                  <a:pt x="0" y="203209"/>
                </a:lnTo>
                <a:cubicBezTo>
                  <a:pt x="0" y="90980"/>
                  <a:pt x="90980" y="0"/>
                  <a:pt x="20320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89300" y="1943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2B138"/>
              </a:gs>
              <a:gs pos="100000">
                <a:srgbClr val="D49A2A"/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3482975" y="21209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63500" y="0"/>
                </a:moveTo>
                <a:cubicBezTo>
                  <a:pt x="72281" y="0"/>
                  <a:pt x="79375" y="7094"/>
                  <a:pt x="79375" y="15875"/>
                </a:cubicBezTo>
                <a:lnTo>
                  <a:pt x="79375" y="31750"/>
                </a:lnTo>
                <a:lnTo>
                  <a:pt x="142875" y="31750"/>
                </a:lnTo>
                <a:lnTo>
                  <a:pt x="142875" y="15875"/>
                </a:lnTo>
                <a:cubicBezTo>
                  <a:pt x="142875" y="7094"/>
                  <a:pt x="149969" y="0"/>
                  <a:pt x="158750" y="0"/>
                </a:cubicBezTo>
                <a:cubicBezTo>
                  <a:pt x="167531" y="0"/>
                  <a:pt x="174625" y="7094"/>
                  <a:pt x="174625" y="15875"/>
                </a:cubicBezTo>
                <a:lnTo>
                  <a:pt x="174625" y="31750"/>
                </a:lnTo>
                <a:lnTo>
                  <a:pt x="190500" y="31750"/>
                </a:lnTo>
                <a:cubicBezTo>
                  <a:pt x="208012" y="31750"/>
                  <a:pt x="222250" y="45988"/>
                  <a:pt x="222250" y="63500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63500"/>
                </a:lnTo>
                <a:cubicBezTo>
                  <a:pt x="0" y="45988"/>
                  <a:pt x="14238" y="31750"/>
                  <a:pt x="31750" y="31750"/>
                </a:cubicBezTo>
                <a:lnTo>
                  <a:pt x="47625" y="31750"/>
                </a:lnTo>
                <a:lnTo>
                  <a:pt x="47625" y="15875"/>
                </a:lnTo>
                <a:cubicBezTo>
                  <a:pt x="47625" y="7094"/>
                  <a:pt x="54719" y="0"/>
                  <a:pt x="63500" y="0"/>
                </a:cubicBezTo>
                <a:close/>
                <a:moveTo>
                  <a:pt x="152995" y="113457"/>
                </a:moveTo>
                <a:cubicBezTo>
                  <a:pt x="156468" y="107900"/>
                  <a:pt x="154781" y="100558"/>
                  <a:pt x="149225" y="97036"/>
                </a:cubicBezTo>
                <a:cubicBezTo>
                  <a:pt x="143669" y="93514"/>
                  <a:pt x="136327" y="95250"/>
                  <a:pt x="132804" y="100806"/>
                </a:cubicBezTo>
                <a:lnTo>
                  <a:pt x="102344" y="149572"/>
                </a:lnTo>
                <a:lnTo>
                  <a:pt x="88950" y="131713"/>
                </a:lnTo>
                <a:cubicBezTo>
                  <a:pt x="84981" y="126454"/>
                  <a:pt x="77539" y="125363"/>
                  <a:pt x="72281" y="129332"/>
                </a:cubicBezTo>
                <a:cubicBezTo>
                  <a:pt x="67022" y="133300"/>
                  <a:pt x="65931" y="140742"/>
                  <a:pt x="69900" y="146000"/>
                </a:cubicBezTo>
                <a:lnTo>
                  <a:pt x="93712" y="177750"/>
                </a:lnTo>
                <a:cubicBezTo>
                  <a:pt x="96044" y="180876"/>
                  <a:pt x="99814" y="182662"/>
                  <a:pt x="103733" y="182513"/>
                </a:cubicBezTo>
                <a:cubicBezTo>
                  <a:pt x="107652" y="182364"/>
                  <a:pt x="111224" y="180280"/>
                  <a:pt x="113308" y="176907"/>
                </a:cubicBezTo>
                <a:lnTo>
                  <a:pt x="152995" y="113407"/>
                </a:ln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31" name="Text 29"/>
          <p:cNvSpPr/>
          <p:nvPr/>
        </p:nvSpPr>
        <p:spPr>
          <a:xfrm>
            <a:off x="774700" y="2755900"/>
            <a:ext cx="323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حجز الطاولات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74700" y="32131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 Reservation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" y="36195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اختيار الوقت والتاريخ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" y="39243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عدد الضيوف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" y="42291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مناسبات خاصة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096750" y="5264150"/>
            <a:ext cx="3644900" cy="3365500"/>
          </a:xfrm>
          <a:custGeom>
            <a:avLst/>
            <a:gdLst/>
            <a:ahLst/>
            <a:cxnLst/>
            <a:rect l="l" t="t" r="r" b="b"/>
            <a:pathLst>
              <a:path w="3644900" h="3365500">
                <a:moveTo>
                  <a:pt x="203209" y="0"/>
                </a:moveTo>
                <a:lnTo>
                  <a:pt x="3441691" y="0"/>
                </a:lnTo>
                <a:cubicBezTo>
                  <a:pt x="3553920" y="0"/>
                  <a:pt x="3644900" y="90980"/>
                  <a:pt x="3644900" y="203209"/>
                </a:cubicBezTo>
                <a:lnTo>
                  <a:pt x="3644900" y="3162291"/>
                </a:lnTo>
                <a:cubicBezTo>
                  <a:pt x="3644900" y="3274520"/>
                  <a:pt x="3553920" y="3365500"/>
                  <a:pt x="3441691" y="3365500"/>
                </a:cubicBezTo>
                <a:lnTo>
                  <a:pt x="203209" y="3365500"/>
                </a:lnTo>
                <a:cubicBezTo>
                  <a:pt x="90980" y="3365500"/>
                  <a:pt x="0" y="3274520"/>
                  <a:pt x="0" y="3162291"/>
                </a:cubicBezTo>
                <a:lnTo>
                  <a:pt x="0" y="203209"/>
                </a:lnTo>
                <a:cubicBezTo>
                  <a:pt x="0" y="90980"/>
                  <a:pt x="90980" y="0"/>
                  <a:pt x="20320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871700" y="5524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0034"/>
              </a:gs>
              <a:gs pos="100000">
                <a:srgbClr val="5C0022"/>
              </a:gs>
            </a:gsLst>
            <a:lin ang="270000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15033625" y="57023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55277" y="43259"/>
                </a:moveTo>
                <a:cubicBezTo>
                  <a:pt x="159841" y="39638"/>
                  <a:pt x="162719" y="34032"/>
                  <a:pt x="162719" y="27781"/>
                </a:cubicBezTo>
                <a:cubicBezTo>
                  <a:pt x="162719" y="16818"/>
                  <a:pt x="153839" y="7938"/>
                  <a:pt x="142875" y="7938"/>
                </a:cubicBezTo>
                <a:cubicBezTo>
                  <a:pt x="131911" y="7938"/>
                  <a:pt x="123031" y="16818"/>
                  <a:pt x="123031" y="27781"/>
                </a:cubicBezTo>
                <a:cubicBezTo>
                  <a:pt x="123031" y="34032"/>
                  <a:pt x="125958" y="39638"/>
                  <a:pt x="130473" y="43259"/>
                </a:cubicBezTo>
                <a:lnTo>
                  <a:pt x="96540" y="96639"/>
                </a:lnTo>
                <a:cubicBezTo>
                  <a:pt x="91579" y="104428"/>
                  <a:pt x="81012" y="106363"/>
                  <a:pt x="73620" y="100806"/>
                </a:cubicBezTo>
                <a:lnTo>
                  <a:pt x="44103" y="78730"/>
                </a:lnTo>
                <a:cubicBezTo>
                  <a:pt x="46335" y="75555"/>
                  <a:pt x="47625" y="71636"/>
                  <a:pt x="47625" y="67469"/>
                </a:cubicBezTo>
                <a:cubicBezTo>
                  <a:pt x="47625" y="56505"/>
                  <a:pt x="38745" y="47625"/>
                  <a:pt x="27781" y="47625"/>
                </a:cubicBezTo>
                <a:cubicBezTo>
                  <a:pt x="16818" y="47625"/>
                  <a:pt x="7938" y="56505"/>
                  <a:pt x="7938" y="67469"/>
                </a:cubicBezTo>
                <a:cubicBezTo>
                  <a:pt x="7938" y="78284"/>
                  <a:pt x="16619" y="87114"/>
                  <a:pt x="27384" y="87313"/>
                </a:cubicBezTo>
                <a:lnTo>
                  <a:pt x="43557" y="195213"/>
                </a:lnTo>
                <a:cubicBezTo>
                  <a:pt x="45889" y="210741"/>
                  <a:pt x="59234" y="222250"/>
                  <a:pt x="74960" y="222250"/>
                </a:cubicBezTo>
                <a:lnTo>
                  <a:pt x="210790" y="222250"/>
                </a:lnTo>
                <a:cubicBezTo>
                  <a:pt x="226516" y="222250"/>
                  <a:pt x="239861" y="210741"/>
                  <a:pt x="242193" y="195213"/>
                </a:cubicBezTo>
                <a:lnTo>
                  <a:pt x="258366" y="87313"/>
                </a:lnTo>
                <a:cubicBezTo>
                  <a:pt x="269131" y="87114"/>
                  <a:pt x="277813" y="78284"/>
                  <a:pt x="277813" y="67469"/>
                </a:cubicBezTo>
                <a:cubicBezTo>
                  <a:pt x="277813" y="56505"/>
                  <a:pt x="268932" y="47625"/>
                  <a:pt x="257969" y="47625"/>
                </a:cubicBezTo>
                <a:cubicBezTo>
                  <a:pt x="247005" y="47625"/>
                  <a:pt x="238125" y="56505"/>
                  <a:pt x="238125" y="67469"/>
                </a:cubicBezTo>
                <a:cubicBezTo>
                  <a:pt x="238125" y="71636"/>
                  <a:pt x="239415" y="75555"/>
                  <a:pt x="241647" y="78730"/>
                </a:cubicBezTo>
                <a:lnTo>
                  <a:pt x="212179" y="100856"/>
                </a:lnTo>
                <a:cubicBezTo>
                  <a:pt x="204788" y="106412"/>
                  <a:pt x="194221" y="104477"/>
                  <a:pt x="189260" y="96689"/>
                </a:cubicBezTo>
                <a:lnTo>
                  <a:pt x="155277" y="4325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12357100" y="6337300"/>
            <a:ext cx="323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برنامج الولاء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357100" y="67945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Loyalty Program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268200" y="72009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4 مستويات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268200" y="75057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نقاط و مكافآت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268200" y="78105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خصومات حصرية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35950" y="5264150"/>
            <a:ext cx="3644900" cy="3365500"/>
          </a:xfrm>
          <a:custGeom>
            <a:avLst/>
            <a:gdLst/>
            <a:ahLst/>
            <a:cxnLst/>
            <a:rect l="l" t="t" r="r" b="b"/>
            <a:pathLst>
              <a:path w="3644900" h="3365500">
                <a:moveTo>
                  <a:pt x="203209" y="0"/>
                </a:moveTo>
                <a:lnTo>
                  <a:pt x="3441691" y="0"/>
                </a:lnTo>
                <a:cubicBezTo>
                  <a:pt x="3553920" y="0"/>
                  <a:pt x="3644900" y="90980"/>
                  <a:pt x="3644900" y="203209"/>
                </a:cubicBezTo>
                <a:lnTo>
                  <a:pt x="3644900" y="3162291"/>
                </a:lnTo>
                <a:cubicBezTo>
                  <a:pt x="3644900" y="3274520"/>
                  <a:pt x="3553920" y="3365500"/>
                  <a:pt x="3441691" y="3365500"/>
                </a:cubicBezTo>
                <a:lnTo>
                  <a:pt x="203209" y="3365500"/>
                </a:lnTo>
                <a:cubicBezTo>
                  <a:pt x="90980" y="3365500"/>
                  <a:pt x="0" y="3274520"/>
                  <a:pt x="0" y="3162291"/>
                </a:cubicBezTo>
                <a:lnTo>
                  <a:pt x="0" y="203209"/>
                </a:lnTo>
                <a:cubicBezTo>
                  <a:pt x="0" y="90980"/>
                  <a:pt x="90980" y="0"/>
                  <a:pt x="20320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10900" y="5524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2B138"/>
              </a:gs>
              <a:gs pos="100000">
                <a:srgbClr val="D49A2A"/>
              </a:gs>
            </a:gsLst>
            <a:lin ang="2700000" scaled="1"/>
          </a:gradFill>
          <a:ln/>
        </p:spPr>
      </p:sp>
      <p:sp>
        <p:nvSpPr>
          <p:cNvPr id="46" name="Shape 44"/>
          <p:cNvSpPr/>
          <p:nvPr/>
        </p:nvSpPr>
        <p:spPr>
          <a:xfrm>
            <a:off x="11172825" y="57023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90500" y="71438"/>
                </a:moveTo>
                <a:cubicBezTo>
                  <a:pt x="190500" y="119658"/>
                  <a:pt x="147836" y="158750"/>
                  <a:pt x="95250" y="158750"/>
                </a:cubicBezTo>
                <a:cubicBezTo>
                  <a:pt x="82004" y="158750"/>
                  <a:pt x="69404" y="156270"/>
                  <a:pt x="57944" y="151805"/>
                </a:cubicBezTo>
                <a:lnTo>
                  <a:pt x="17463" y="173236"/>
                </a:lnTo>
                <a:cubicBezTo>
                  <a:pt x="12849" y="175667"/>
                  <a:pt x="7193" y="174823"/>
                  <a:pt x="3473" y="171152"/>
                </a:cubicBezTo>
                <a:cubicBezTo>
                  <a:pt x="-248" y="167481"/>
                  <a:pt x="-1091" y="161776"/>
                  <a:pt x="1389" y="157163"/>
                </a:cubicBezTo>
                <a:lnTo>
                  <a:pt x="19050" y="123825"/>
                </a:lnTo>
                <a:cubicBezTo>
                  <a:pt x="7094" y="109240"/>
                  <a:pt x="0" y="91083"/>
                  <a:pt x="0" y="71438"/>
                </a:cubicBezTo>
                <a:cubicBezTo>
                  <a:pt x="0" y="23217"/>
                  <a:pt x="42664" y="-15875"/>
                  <a:pt x="95250" y="-15875"/>
                </a:cubicBezTo>
                <a:cubicBezTo>
                  <a:pt x="147836" y="-15875"/>
                  <a:pt x="190500" y="23217"/>
                  <a:pt x="190500" y="71438"/>
                </a:cubicBezTo>
                <a:close/>
                <a:moveTo>
                  <a:pt x="190500" y="254000"/>
                </a:moveTo>
                <a:cubicBezTo>
                  <a:pt x="143818" y="254000"/>
                  <a:pt x="104973" y="223193"/>
                  <a:pt x="96837" y="182563"/>
                </a:cubicBezTo>
                <a:cubicBezTo>
                  <a:pt x="156369" y="181818"/>
                  <a:pt x="208111" y="139452"/>
                  <a:pt x="213816" y="82004"/>
                </a:cubicBezTo>
                <a:cubicBezTo>
                  <a:pt x="255141" y="91529"/>
                  <a:pt x="285750" y="125809"/>
                  <a:pt x="285750" y="166688"/>
                </a:cubicBezTo>
                <a:cubicBezTo>
                  <a:pt x="285750" y="186333"/>
                  <a:pt x="278656" y="204490"/>
                  <a:pt x="266700" y="219075"/>
                </a:cubicBezTo>
                <a:lnTo>
                  <a:pt x="284361" y="252412"/>
                </a:lnTo>
                <a:cubicBezTo>
                  <a:pt x="286792" y="257026"/>
                  <a:pt x="285948" y="262682"/>
                  <a:pt x="282277" y="266402"/>
                </a:cubicBezTo>
                <a:cubicBezTo>
                  <a:pt x="278606" y="270123"/>
                  <a:pt x="272901" y="270966"/>
                  <a:pt x="268287" y="268486"/>
                </a:cubicBezTo>
                <a:lnTo>
                  <a:pt x="227806" y="247055"/>
                </a:lnTo>
                <a:cubicBezTo>
                  <a:pt x="216346" y="251520"/>
                  <a:pt x="203746" y="254000"/>
                  <a:pt x="190500" y="254000"/>
                </a:cubicBez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47" name="Text 45"/>
          <p:cNvSpPr/>
          <p:nvPr/>
        </p:nvSpPr>
        <p:spPr>
          <a:xfrm>
            <a:off x="8496300" y="6337300"/>
            <a:ext cx="323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دعم مباشر 24/7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96300" y="67945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 Live Support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07400" y="72009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بوت ذكي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07400" y="75057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دردشة فورية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407400" y="78105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دعم متعدد القنوات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375150" y="5264150"/>
            <a:ext cx="3644900" cy="3365500"/>
          </a:xfrm>
          <a:custGeom>
            <a:avLst/>
            <a:gdLst/>
            <a:ahLst/>
            <a:cxnLst/>
            <a:rect l="l" t="t" r="r" b="b"/>
            <a:pathLst>
              <a:path w="3644900" h="3365500">
                <a:moveTo>
                  <a:pt x="203209" y="0"/>
                </a:moveTo>
                <a:lnTo>
                  <a:pt x="3441691" y="0"/>
                </a:lnTo>
                <a:cubicBezTo>
                  <a:pt x="3553920" y="0"/>
                  <a:pt x="3644900" y="90980"/>
                  <a:pt x="3644900" y="203209"/>
                </a:cubicBezTo>
                <a:lnTo>
                  <a:pt x="3644900" y="3162291"/>
                </a:lnTo>
                <a:cubicBezTo>
                  <a:pt x="3644900" y="3274520"/>
                  <a:pt x="3553920" y="3365500"/>
                  <a:pt x="3441691" y="3365500"/>
                </a:cubicBezTo>
                <a:lnTo>
                  <a:pt x="203209" y="3365500"/>
                </a:lnTo>
                <a:cubicBezTo>
                  <a:pt x="90980" y="3365500"/>
                  <a:pt x="0" y="3274520"/>
                  <a:pt x="0" y="3162291"/>
                </a:cubicBezTo>
                <a:lnTo>
                  <a:pt x="0" y="203209"/>
                </a:lnTo>
                <a:cubicBezTo>
                  <a:pt x="0" y="90980"/>
                  <a:pt x="90980" y="0"/>
                  <a:pt x="20320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50100" y="5524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0034"/>
              </a:gs>
              <a:gs pos="100000">
                <a:srgbClr val="5C0022"/>
              </a:gs>
            </a:gsLst>
            <a:lin ang="2700000" scaled="1"/>
          </a:gradFill>
          <a:ln/>
        </p:spPr>
      </p:sp>
      <p:sp>
        <p:nvSpPr>
          <p:cNvPr id="54" name="Shape 52"/>
          <p:cNvSpPr/>
          <p:nvPr/>
        </p:nvSpPr>
        <p:spPr>
          <a:xfrm>
            <a:off x="7327900" y="5702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63500"/>
                </a:moveTo>
                <a:lnTo>
                  <a:pt x="0" y="79375"/>
                </a:lnTo>
                <a:lnTo>
                  <a:pt x="254000" y="79375"/>
                </a:lnTo>
                <a:lnTo>
                  <a:pt x="254000" y="63500"/>
                </a:lnTo>
                <a:cubicBezTo>
                  <a:pt x="254000" y="45988"/>
                  <a:pt x="239762" y="31750"/>
                  <a:pt x="222250" y="31750"/>
                </a:cubicBezTo>
                <a:lnTo>
                  <a:pt x="31750" y="31750"/>
                </a:lnTo>
                <a:cubicBezTo>
                  <a:pt x="14238" y="31750"/>
                  <a:pt x="0" y="45988"/>
                  <a:pt x="0" y="63500"/>
                </a:cubicBezTo>
                <a:close/>
                <a:moveTo>
                  <a:pt x="0" y="103188"/>
                </a:moveTo>
                <a:lnTo>
                  <a:pt x="0" y="190500"/>
                </a:lnTo>
                <a:cubicBezTo>
                  <a:pt x="0" y="208012"/>
                  <a:pt x="14238" y="222250"/>
                  <a:pt x="31750" y="222250"/>
                </a:cubicBezTo>
                <a:lnTo>
                  <a:pt x="222250" y="222250"/>
                </a:lnTo>
                <a:cubicBezTo>
                  <a:pt x="239762" y="222250"/>
                  <a:pt x="254000" y="208012"/>
                  <a:pt x="254000" y="190500"/>
                </a:cubicBezTo>
                <a:lnTo>
                  <a:pt x="254000" y="103188"/>
                </a:lnTo>
                <a:lnTo>
                  <a:pt x="0" y="103188"/>
                </a:lnTo>
                <a:close/>
                <a:moveTo>
                  <a:pt x="31750" y="178594"/>
                </a:moveTo>
                <a:cubicBezTo>
                  <a:pt x="31750" y="171996"/>
                  <a:pt x="37058" y="166688"/>
                  <a:pt x="43656" y="166688"/>
                </a:cubicBezTo>
                <a:lnTo>
                  <a:pt x="67469" y="166688"/>
                </a:lnTo>
                <a:cubicBezTo>
                  <a:pt x="74067" y="166688"/>
                  <a:pt x="79375" y="171996"/>
                  <a:pt x="79375" y="178594"/>
                </a:cubicBezTo>
                <a:cubicBezTo>
                  <a:pt x="79375" y="185192"/>
                  <a:pt x="74067" y="190500"/>
                  <a:pt x="67469" y="190500"/>
                </a:cubicBezTo>
                <a:lnTo>
                  <a:pt x="43656" y="190500"/>
                </a:lnTo>
                <a:cubicBezTo>
                  <a:pt x="37058" y="190500"/>
                  <a:pt x="31750" y="185192"/>
                  <a:pt x="31750" y="178594"/>
                </a:cubicBezTo>
                <a:close/>
                <a:moveTo>
                  <a:pt x="103188" y="178594"/>
                </a:moveTo>
                <a:cubicBezTo>
                  <a:pt x="103188" y="171996"/>
                  <a:pt x="108496" y="166688"/>
                  <a:pt x="115094" y="166688"/>
                </a:cubicBezTo>
                <a:lnTo>
                  <a:pt x="146844" y="166688"/>
                </a:lnTo>
                <a:cubicBezTo>
                  <a:pt x="153442" y="166688"/>
                  <a:pt x="158750" y="171996"/>
                  <a:pt x="158750" y="178594"/>
                </a:cubicBezTo>
                <a:cubicBezTo>
                  <a:pt x="158750" y="185192"/>
                  <a:pt x="153442" y="190500"/>
                  <a:pt x="146844" y="190500"/>
                </a:cubicBezTo>
                <a:lnTo>
                  <a:pt x="115094" y="190500"/>
                </a:lnTo>
                <a:cubicBezTo>
                  <a:pt x="108496" y="190500"/>
                  <a:pt x="103188" y="185192"/>
                  <a:pt x="103188" y="1785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4635500" y="6337300"/>
            <a:ext cx="323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دفع آمن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635500" y="67945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Secure Payment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546600" y="72009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بطاقات ائتمان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546600" y="75057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كاش عند الاستلام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4546600" y="78105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محافظ إلكترونية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14350" y="5264150"/>
            <a:ext cx="3644900" cy="3365500"/>
          </a:xfrm>
          <a:custGeom>
            <a:avLst/>
            <a:gdLst/>
            <a:ahLst/>
            <a:cxnLst/>
            <a:rect l="l" t="t" r="r" b="b"/>
            <a:pathLst>
              <a:path w="3644900" h="3365500">
                <a:moveTo>
                  <a:pt x="203209" y="0"/>
                </a:moveTo>
                <a:lnTo>
                  <a:pt x="3441691" y="0"/>
                </a:lnTo>
                <a:cubicBezTo>
                  <a:pt x="3553920" y="0"/>
                  <a:pt x="3644900" y="90980"/>
                  <a:pt x="3644900" y="203209"/>
                </a:cubicBezTo>
                <a:lnTo>
                  <a:pt x="3644900" y="3162291"/>
                </a:lnTo>
                <a:cubicBezTo>
                  <a:pt x="3644900" y="3274520"/>
                  <a:pt x="3553920" y="3365500"/>
                  <a:pt x="3441691" y="3365500"/>
                </a:cubicBezTo>
                <a:lnTo>
                  <a:pt x="203209" y="3365500"/>
                </a:lnTo>
                <a:cubicBezTo>
                  <a:pt x="90980" y="3365500"/>
                  <a:pt x="0" y="3274520"/>
                  <a:pt x="0" y="3162291"/>
                </a:cubicBezTo>
                <a:lnTo>
                  <a:pt x="0" y="203209"/>
                </a:lnTo>
                <a:cubicBezTo>
                  <a:pt x="0" y="90980"/>
                  <a:pt x="90980" y="0"/>
                  <a:pt x="20320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89300" y="5524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2B138"/>
              </a:gs>
              <a:gs pos="100000">
                <a:srgbClr val="D49A2A"/>
              </a:gs>
            </a:gsLst>
            <a:lin ang="2700000" scaled="1"/>
          </a:gradFill>
          <a:ln/>
        </p:spPr>
      </p:sp>
      <p:sp>
        <p:nvSpPr>
          <p:cNvPr id="62" name="Shape 60"/>
          <p:cNvSpPr/>
          <p:nvPr/>
        </p:nvSpPr>
        <p:spPr>
          <a:xfrm>
            <a:off x="3451225" y="57023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53541" y="-9376"/>
                </a:moveTo>
                <a:cubicBezTo>
                  <a:pt x="151507" y="-13345"/>
                  <a:pt x="147389" y="-15875"/>
                  <a:pt x="142925" y="-15875"/>
                </a:cubicBezTo>
                <a:cubicBezTo>
                  <a:pt x="138460" y="-15875"/>
                  <a:pt x="134342" y="-13345"/>
                  <a:pt x="132308" y="-9376"/>
                </a:cubicBezTo>
                <a:lnTo>
                  <a:pt x="95796" y="62161"/>
                </a:lnTo>
                <a:lnTo>
                  <a:pt x="16470" y="74761"/>
                </a:lnTo>
                <a:cubicBezTo>
                  <a:pt x="12055" y="75456"/>
                  <a:pt x="8384" y="78581"/>
                  <a:pt x="6995" y="82848"/>
                </a:cubicBezTo>
                <a:cubicBezTo>
                  <a:pt x="5606" y="87114"/>
                  <a:pt x="6747" y="91777"/>
                  <a:pt x="9872" y="94952"/>
                </a:cubicBezTo>
                <a:lnTo>
                  <a:pt x="66625" y="151755"/>
                </a:lnTo>
                <a:lnTo>
                  <a:pt x="54124" y="231080"/>
                </a:lnTo>
                <a:cubicBezTo>
                  <a:pt x="53429" y="235496"/>
                  <a:pt x="55265" y="239961"/>
                  <a:pt x="58886" y="242590"/>
                </a:cubicBezTo>
                <a:cubicBezTo>
                  <a:pt x="62508" y="245219"/>
                  <a:pt x="67270" y="245616"/>
                  <a:pt x="71289" y="243582"/>
                </a:cubicBezTo>
                <a:lnTo>
                  <a:pt x="142925" y="207169"/>
                </a:lnTo>
                <a:lnTo>
                  <a:pt x="214511" y="243582"/>
                </a:lnTo>
                <a:cubicBezTo>
                  <a:pt x="218480" y="245616"/>
                  <a:pt x="223292" y="245219"/>
                  <a:pt x="226913" y="242590"/>
                </a:cubicBezTo>
                <a:cubicBezTo>
                  <a:pt x="230535" y="239961"/>
                  <a:pt x="232370" y="235545"/>
                  <a:pt x="231676" y="231080"/>
                </a:cubicBezTo>
                <a:lnTo>
                  <a:pt x="219125" y="151755"/>
                </a:lnTo>
                <a:lnTo>
                  <a:pt x="275878" y="94952"/>
                </a:lnTo>
                <a:cubicBezTo>
                  <a:pt x="279053" y="91777"/>
                  <a:pt x="280144" y="87114"/>
                  <a:pt x="278755" y="82848"/>
                </a:cubicBezTo>
                <a:cubicBezTo>
                  <a:pt x="277366" y="78581"/>
                  <a:pt x="273745" y="75456"/>
                  <a:pt x="269280" y="74761"/>
                </a:cubicBezTo>
                <a:lnTo>
                  <a:pt x="190004" y="62161"/>
                </a:lnTo>
                <a:lnTo>
                  <a:pt x="153541" y="-9376"/>
                </a:ln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63" name="Text 61"/>
          <p:cNvSpPr/>
          <p:nvPr/>
        </p:nvSpPr>
        <p:spPr>
          <a:xfrm>
            <a:off x="774700" y="6337300"/>
            <a:ext cx="323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نظام تقييم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74700" y="67945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Rating System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85800" y="72009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7 معايير تقييم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5800" y="75057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تعليقات واقتراحات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85800" y="78105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تحليلات ذكية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55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40" kern="0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OUR MENU —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37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أقسام المنيو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732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20+ صنف متنوع | 20+ Diverse Items</a:t>
            </a:r>
            <a:endParaRPr lang="en-US" sz="1600" dirty="0"/>
          </a:p>
        </p:txBody>
      </p:sp>
      <p:pic>
        <p:nvPicPr>
          <p:cNvPr id="5" name="Image 0" descr="https://images.unsplash.com/photo-1572695157363-bc31c5dd3c7b?w=4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7466" y="2082800"/>
            <a:ext cx="4914900" cy="7366000"/>
          </a:xfrm>
          <a:prstGeom prst="roundRect">
            <a:avLst>
              <a:gd name="adj" fmla="val 4134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10837466" y="2082800"/>
            <a:ext cx="4914900" cy="7366000"/>
          </a:xfrm>
          <a:custGeom>
            <a:avLst/>
            <a:gdLst/>
            <a:ahLst/>
            <a:cxnLst/>
            <a:rect l="l" t="t" r="r" b="b"/>
            <a:pathLst>
              <a:path w="4914900" h="7366000">
                <a:moveTo>
                  <a:pt x="0" y="0"/>
                </a:moveTo>
                <a:lnTo>
                  <a:pt x="4914900" y="0"/>
                </a:lnTo>
                <a:lnTo>
                  <a:pt x="4914900" y="7366000"/>
                </a:lnTo>
                <a:lnTo>
                  <a:pt x="0" y="7366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11091466" y="8445500"/>
            <a:ext cx="45593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مقبلات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091466" y="8890000"/>
            <a:ext cx="450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Appetizers</a:t>
            </a:r>
            <a:endParaRPr lang="en-US" sz="1600" dirty="0"/>
          </a:p>
        </p:txBody>
      </p:sp>
      <p:pic>
        <p:nvPicPr>
          <p:cNvPr id="9" name="Image 1" descr="https://images.unsplash.com/photo-1473093295043-cdd812d0e601?w=400">    </p:cNvPr>
          <p:cNvPicPr>
            <a:picLocks noChangeAspect="1"/>
          </p:cNvPicPr>
          <p:nvPr/>
        </p:nvPicPr>
        <p:blipFill>
          <a:blip r:embed="rId2"/>
          <a:srcRect l="27731" r="27731" t="0" b="0"/>
          <a:stretch/>
        </p:blipFill>
        <p:spPr>
          <a:xfrm>
            <a:off x="5672733" y="2082800"/>
            <a:ext cx="4914900" cy="7366000"/>
          </a:xfrm>
          <a:prstGeom prst="roundRect">
            <a:avLst>
              <a:gd name="adj" fmla="val 4134"/>
            </a:avLst>
          </a:prstGeom>
        </p:spPr>
      </p:pic>
      <p:sp>
        <p:nvSpPr>
          <p:cNvPr id="10" name="Shape 6"/>
          <p:cNvSpPr/>
          <p:nvPr/>
        </p:nvSpPr>
        <p:spPr>
          <a:xfrm>
            <a:off x="5672733" y="2082800"/>
            <a:ext cx="4914900" cy="7366000"/>
          </a:xfrm>
          <a:custGeom>
            <a:avLst/>
            <a:gdLst/>
            <a:ahLst/>
            <a:cxnLst/>
            <a:rect l="l" t="t" r="r" b="b"/>
            <a:pathLst>
              <a:path w="4914900" h="7366000">
                <a:moveTo>
                  <a:pt x="0" y="0"/>
                </a:moveTo>
                <a:lnTo>
                  <a:pt x="4914900" y="0"/>
                </a:lnTo>
                <a:lnTo>
                  <a:pt x="4914900" y="7366000"/>
                </a:lnTo>
                <a:lnTo>
                  <a:pt x="0" y="7366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11" name="Text 7"/>
          <p:cNvSpPr/>
          <p:nvPr/>
        </p:nvSpPr>
        <p:spPr>
          <a:xfrm>
            <a:off x="5926733" y="8445500"/>
            <a:ext cx="45593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معكرونة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926733" y="8890000"/>
            <a:ext cx="450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Pasta</a:t>
            </a:r>
            <a:endParaRPr lang="en-US" sz="1600" dirty="0"/>
          </a:p>
        </p:txBody>
      </p:sp>
      <p:pic>
        <p:nvPicPr>
          <p:cNvPr id="13" name="Image 2" descr="https://images.unsplash.com/photo-1540189549336-e6e99c3679fe?w=400">    </p:cNvPr>
          <p:cNvPicPr>
            <a:picLocks noChangeAspect="1"/>
          </p:cNvPicPr>
          <p:nvPr/>
        </p:nvPicPr>
        <p:blipFill>
          <a:blip r:embed="rId3"/>
          <a:srcRect l="0" r="0" t="43" b="43"/>
          <a:stretch/>
        </p:blipFill>
        <p:spPr>
          <a:xfrm>
            <a:off x="508000" y="2082800"/>
            <a:ext cx="4914900" cy="7366000"/>
          </a:xfrm>
          <a:prstGeom prst="roundRect">
            <a:avLst>
              <a:gd name="adj" fmla="val 4134"/>
            </a:avLst>
          </a:prstGeom>
        </p:spPr>
      </p:pic>
      <p:sp>
        <p:nvSpPr>
          <p:cNvPr id="14" name="Shape 9"/>
          <p:cNvSpPr/>
          <p:nvPr/>
        </p:nvSpPr>
        <p:spPr>
          <a:xfrm>
            <a:off x="508000" y="2082800"/>
            <a:ext cx="4914900" cy="7366000"/>
          </a:xfrm>
          <a:custGeom>
            <a:avLst/>
            <a:gdLst/>
            <a:ahLst/>
            <a:cxnLst/>
            <a:rect l="l" t="t" r="r" b="b"/>
            <a:pathLst>
              <a:path w="4914900" h="7366000">
                <a:moveTo>
                  <a:pt x="0" y="0"/>
                </a:moveTo>
                <a:lnTo>
                  <a:pt x="4914900" y="0"/>
                </a:lnTo>
                <a:lnTo>
                  <a:pt x="4914900" y="7366000"/>
                </a:lnTo>
                <a:lnTo>
                  <a:pt x="0" y="7366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15" name="Text 10"/>
          <p:cNvSpPr/>
          <p:nvPr/>
        </p:nvSpPr>
        <p:spPr>
          <a:xfrm>
            <a:off x="762000" y="8445500"/>
            <a:ext cx="45593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سلطات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62000" y="8890000"/>
            <a:ext cx="450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Salads</a:t>
            </a:r>
            <a:endParaRPr lang="en-US" sz="1600" dirty="0"/>
          </a:p>
        </p:txBody>
      </p:sp>
      <p:pic>
        <p:nvPicPr>
          <p:cNvPr id="17" name="Image 3" descr="https://images.unsplash.com/photo-1600891964092-4316c288032e?w=400">    </p:cNvPr>
          <p:cNvPicPr>
            <a:picLocks noChangeAspect="1"/>
          </p:cNvPicPr>
          <p:nvPr/>
        </p:nvPicPr>
        <p:blipFill>
          <a:blip r:embed="rId4"/>
          <a:srcRect l="27731" r="27731" t="0" b="0"/>
          <a:stretch/>
        </p:blipFill>
        <p:spPr>
          <a:xfrm>
            <a:off x="10837466" y="9702800"/>
            <a:ext cx="4914900" cy="7366000"/>
          </a:xfrm>
          <a:prstGeom prst="roundRect">
            <a:avLst>
              <a:gd name="adj" fmla="val 4134"/>
            </a:avLst>
          </a:prstGeom>
        </p:spPr>
      </p:pic>
      <p:sp>
        <p:nvSpPr>
          <p:cNvPr id="18" name="Shape 12"/>
          <p:cNvSpPr/>
          <p:nvPr/>
        </p:nvSpPr>
        <p:spPr>
          <a:xfrm>
            <a:off x="10837466" y="9702800"/>
            <a:ext cx="4914900" cy="7366000"/>
          </a:xfrm>
          <a:custGeom>
            <a:avLst/>
            <a:gdLst/>
            <a:ahLst/>
            <a:cxnLst/>
            <a:rect l="l" t="t" r="r" b="b"/>
            <a:pathLst>
              <a:path w="4914900" h="7366000">
                <a:moveTo>
                  <a:pt x="0" y="0"/>
                </a:moveTo>
                <a:lnTo>
                  <a:pt x="4914900" y="0"/>
                </a:lnTo>
                <a:lnTo>
                  <a:pt x="4914900" y="7366000"/>
                </a:lnTo>
                <a:lnTo>
                  <a:pt x="0" y="7366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19" name="Text 13"/>
          <p:cNvSpPr/>
          <p:nvPr/>
        </p:nvSpPr>
        <p:spPr>
          <a:xfrm>
            <a:off x="11091466" y="16065500"/>
            <a:ext cx="45593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أطباق رئيسية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1091466" y="16510000"/>
            <a:ext cx="450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 Courses</a:t>
            </a:r>
            <a:endParaRPr lang="en-US" sz="1600" dirty="0"/>
          </a:p>
        </p:txBody>
      </p:sp>
      <p:pic>
        <p:nvPicPr>
          <p:cNvPr id="21" name="Image 4" descr="https://images.unsplash.com/photo-1571877227200-a0d98ea607e9?w=400">    </p:cNvPr>
          <p:cNvPicPr>
            <a:picLocks noChangeAspect="1"/>
          </p:cNvPicPr>
          <p:nvPr/>
        </p:nvPicPr>
        <p:blipFill>
          <a:blip r:embed="rId5"/>
          <a:srcRect l="5545" r="5545" t="0" b="0"/>
          <a:stretch/>
        </p:blipFill>
        <p:spPr>
          <a:xfrm>
            <a:off x="5672733" y="9702800"/>
            <a:ext cx="4914900" cy="7366000"/>
          </a:xfrm>
          <a:prstGeom prst="roundRect">
            <a:avLst>
              <a:gd name="adj" fmla="val 4134"/>
            </a:avLst>
          </a:prstGeom>
        </p:spPr>
      </p:pic>
      <p:sp>
        <p:nvSpPr>
          <p:cNvPr id="22" name="Shape 15"/>
          <p:cNvSpPr/>
          <p:nvPr/>
        </p:nvSpPr>
        <p:spPr>
          <a:xfrm>
            <a:off x="5672733" y="9702800"/>
            <a:ext cx="4914900" cy="7366000"/>
          </a:xfrm>
          <a:custGeom>
            <a:avLst/>
            <a:gdLst/>
            <a:ahLst/>
            <a:cxnLst/>
            <a:rect l="l" t="t" r="r" b="b"/>
            <a:pathLst>
              <a:path w="4914900" h="7366000">
                <a:moveTo>
                  <a:pt x="0" y="0"/>
                </a:moveTo>
                <a:lnTo>
                  <a:pt x="4914900" y="0"/>
                </a:lnTo>
                <a:lnTo>
                  <a:pt x="4914900" y="7366000"/>
                </a:lnTo>
                <a:lnTo>
                  <a:pt x="0" y="7366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23" name="Text 16"/>
          <p:cNvSpPr/>
          <p:nvPr/>
        </p:nvSpPr>
        <p:spPr>
          <a:xfrm>
            <a:off x="5926733" y="16065500"/>
            <a:ext cx="45593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حلويات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926733" y="16510000"/>
            <a:ext cx="450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Desserts</a:t>
            </a:r>
            <a:endParaRPr lang="en-US" sz="1600" dirty="0"/>
          </a:p>
        </p:txBody>
      </p:sp>
      <p:pic>
        <p:nvPicPr>
          <p:cNvPr id="25" name="Image 5" descr="https://images.unsplash.com/photo-1513558161293-cdaf765ed2fd?w=400">    </p:cNvPr>
          <p:cNvPicPr>
            <a:picLocks noChangeAspect="1"/>
          </p:cNvPicPr>
          <p:nvPr/>
        </p:nvPicPr>
        <p:blipFill>
          <a:blip r:embed="rId6"/>
          <a:srcRect l="0" r="0" t="43" b="43"/>
          <a:stretch/>
        </p:blipFill>
        <p:spPr>
          <a:xfrm>
            <a:off x="508000" y="9702800"/>
            <a:ext cx="4914900" cy="7366000"/>
          </a:xfrm>
          <a:prstGeom prst="roundRect">
            <a:avLst>
              <a:gd name="adj" fmla="val 4134"/>
            </a:avLst>
          </a:prstGeom>
        </p:spPr>
      </p:pic>
      <p:sp>
        <p:nvSpPr>
          <p:cNvPr id="26" name="Shape 18"/>
          <p:cNvSpPr/>
          <p:nvPr/>
        </p:nvSpPr>
        <p:spPr>
          <a:xfrm>
            <a:off x="508000" y="9702800"/>
            <a:ext cx="4914900" cy="7366000"/>
          </a:xfrm>
          <a:custGeom>
            <a:avLst/>
            <a:gdLst/>
            <a:ahLst/>
            <a:cxnLst/>
            <a:rect l="l" t="t" r="r" b="b"/>
            <a:pathLst>
              <a:path w="4914900" h="7366000">
                <a:moveTo>
                  <a:pt x="0" y="0"/>
                </a:moveTo>
                <a:lnTo>
                  <a:pt x="4914900" y="0"/>
                </a:lnTo>
                <a:lnTo>
                  <a:pt x="4914900" y="7366000"/>
                </a:lnTo>
                <a:lnTo>
                  <a:pt x="0" y="7366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27" name="Text 19"/>
          <p:cNvSpPr/>
          <p:nvPr/>
        </p:nvSpPr>
        <p:spPr>
          <a:xfrm>
            <a:off x="762000" y="16065500"/>
            <a:ext cx="45593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مشروبات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762000" y="16510000"/>
            <a:ext cx="450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Beverages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55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40" kern="0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SIGNATURE DISHES —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37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أطباقنا المميزة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877550" y="1682750"/>
            <a:ext cx="4864100" cy="3721100"/>
          </a:xfrm>
          <a:custGeom>
            <a:avLst/>
            <a:gdLst/>
            <a:ahLst/>
            <a:cxnLst/>
            <a:rect l="l" t="t" r="r" b="b"/>
            <a:pathLst>
              <a:path w="4864100" h="3721100">
                <a:moveTo>
                  <a:pt x="203209" y="0"/>
                </a:moveTo>
                <a:lnTo>
                  <a:pt x="4660891" y="0"/>
                </a:lnTo>
                <a:cubicBezTo>
                  <a:pt x="4773120" y="0"/>
                  <a:pt x="4864100" y="90980"/>
                  <a:pt x="4864100" y="203209"/>
                </a:cubicBezTo>
                <a:lnTo>
                  <a:pt x="4864100" y="3517891"/>
                </a:lnTo>
                <a:cubicBezTo>
                  <a:pt x="4864100" y="3630120"/>
                  <a:pt x="4773120" y="3721100"/>
                  <a:pt x="4660891" y="3721100"/>
                </a:cubicBezTo>
                <a:lnTo>
                  <a:pt x="203209" y="3721100"/>
                </a:lnTo>
                <a:cubicBezTo>
                  <a:pt x="90980" y="3721100"/>
                  <a:pt x="0" y="3630120"/>
                  <a:pt x="0" y="3517891"/>
                </a:cubicBezTo>
                <a:lnTo>
                  <a:pt x="0" y="203209"/>
                </a:lnTo>
                <a:cubicBezTo>
                  <a:pt x="0" y="90980"/>
                  <a:pt x="90980" y="0"/>
                  <a:pt x="20320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pic>
        <p:nvPicPr>
          <p:cNvPr id="5" name="Image 0" descr="https://images.unsplash.com/photo-1473093295043-cdd812d0e601?w=400">    </p:cNvPr>
          <p:cNvPicPr>
            <a:picLocks noChangeAspect="1"/>
          </p:cNvPicPr>
          <p:nvPr/>
        </p:nvPicPr>
        <p:blipFill>
          <a:blip r:embed="rId1"/>
          <a:srcRect l="0" r="0" t="18626" b="18626"/>
          <a:stretch/>
        </p:blipFill>
        <p:spPr>
          <a:xfrm>
            <a:off x="10883900" y="1689100"/>
            <a:ext cx="4851400" cy="2032000"/>
          </a:xfrm>
          <a:prstGeom prst="roundRect">
            <a:avLst>
              <a:gd name="adj" fmla="val 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13374886" y="3975100"/>
            <a:ext cx="223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Pasta San Miguel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137900" y="3975100"/>
            <a:ext cx="92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185 EGP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37900" y="4432300"/>
            <a:ext cx="443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فيتوتشيني بالبيستو والدجاج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5240000" y="48895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F2B138"/>
          </a:solidFill>
          <a:ln/>
        </p:spPr>
      </p:sp>
      <p:sp>
        <p:nvSpPr>
          <p:cNvPr id="10" name="Text 7"/>
          <p:cNvSpPr/>
          <p:nvPr/>
        </p:nvSpPr>
        <p:spPr>
          <a:xfrm>
            <a:off x="14840148" y="48387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4.8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863836" y="48387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4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(234 تقييم)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95950" y="1682750"/>
            <a:ext cx="4864100" cy="3721100"/>
          </a:xfrm>
          <a:custGeom>
            <a:avLst/>
            <a:gdLst/>
            <a:ahLst/>
            <a:cxnLst/>
            <a:rect l="l" t="t" r="r" b="b"/>
            <a:pathLst>
              <a:path w="4864100" h="3721100">
                <a:moveTo>
                  <a:pt x="203209" y="0"/>
                </a:moveTo>
                <a:lnTo>
                  <a:pt x="4660891" y="0"/>
                </a:lnTo>
                <a:cubicBezTo>
                  <a:pt x="4773120" y="0"/>
                  <a:pt x="4864100" y="90980"/>
                  <a:pt x="4864100" y="203209"/>
                </a:cubicBezTo>
                <a:lnTo>
                  <a:pt x="4864100" y="3517891"/>
                </a:lnTo>
                <a:cubicBezTo>
                  <a:pt x="4864100" y="3630120"/>
                  <a:pt x="4773120" y="3721100"/>
                  <a:pt x="4660891" y="3721100"/>
                </a:cubicBezTo>
                <a:lnTo>
                  <a:pt x="203209" y="3721100"/>
                </a:lnTo>
                <a:cubicBezTo>
                  <a:pt x="90980" y="3721100"/>
                  <a:pt x="0" y="3630120"/>
                  <a:pt x="0" y="3517891"/>
                </a:cubicBezTo>
                <a:lnTo>
                  <a:pt x="0" y="203209"/>
                </a:lnTo>
                <a:cubicBezTo>
                  <a:pt x="0" y="90980"/>
                  <a:pt x="90980" y="0"/>
                  <a:pt x="20320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pic>
        <p:nvPicPr>
          <p:cNvPr id="13" name="Image 1" descr="https://images.unsplash.com/photo-1600891964092-4316c288032e?w=400">    </p:cNvPr>
          <p:cNvPicPr>
            <a:picLocks noChangeAspect="1"/>
          </p:cNvPicPr>
          <p:nvPr/>
        </p:nvPicPr>
        <p:blipFill>
          <a:blip r:embed="rId2"/>
          <a:srcRect l="0" r="0" t="18626" b="18626"/>
          <a:stretch/>
        </p:blipFill>
        <p:spPr>
          <a:xfrm>
            <a:off x="5702300" y="1689100"/>
            <a:ext cx="4851400" cy="2032000"/>
          </a:xfrm>
          <a:prstGeom prst="roundRect">
            <a:avLst>
              <a:gd name="adj" fmla="val 0"/>
            </a:avLst>
          </a:prstGeom>
        </p:spPr>
      </p:pic>
      <p:sp>
        <p:nvSpPr>
          <p:cNvPr id="14" name="Text 10"/>
          <p:cNvSpPr/>
          <p:nvPr/>
        </p:nvSpPr>
        <p:spPr>
          <a:xfrm>
            <a:off x="9019977" y="3975100"/>
            <a:ext cx="1409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Veal Steak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956300" y="3975100"/>
            <a:ext cx="92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385 EGP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956300" y="4432300"/>
            <a:ext cx="443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ستيك عجل مع بطاطس مشوية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0058400" y="48895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F2B138"/>
          </a:solidFill>
          <a:ln/>
        </p:spPr>
      </p:sp>
      <p:sp>
        <p:nvSpPr>
          <p:cNvPr id="18" name="Text 14"/>
          <p:cNvSpPr/>
          <p:nvPr/>
        </p:nvSpPr>
        <p:spPr>
          <a:xfrm>
            <a:off x="9658548" y="48387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4.9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682236" y="48387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4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(312 تقييم)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14350" y="1682750"/>
            <a:ext cx="4864100" cy="3721100"/>
          </a:xfrm>
          <a:custGeom>
            <a:avLst/>
            <a:gdLst/>
            <a:ahLst/>
            <a:cxnLst/>
            <a:rect l="l" t="t" r="r" b="b"/>
            <a:pathLst>
              <a:path w="4864100" h="3721100">
                <a:moveTo>
                  <a:pt x="203209" y="0"/>
                </a:moveTo>
                <a:lnTo>
                  <a:pt x="4660891" y="0"/>
                </a:lnTo>
                <a:cubicBezTo>
                  <a:pt x="4773120" y="0"/>
                  <a:pt x="4864100" y="90980"/>
                  <a:pt x="4864100" y="203209"/>
                </a:cubicBezTo>
                <a:lnTo>
                  <a:pt x="4864100" y="3517891"/>
                </a:lnTo>
                <a:cubicBezTo>
                  <a:pt x="4864100" y="3630120"/>
                  <a:pt x="4773120" y="3721100"/>
                  <a:pt x="4660891" y="3721100"/>
                </a:cubicBezTo>
                <a:lnTo>
                  <a:pt x="203209" y="3721100"/>
                </a:lnTo>
                <a:cubicBezTo>
                  <a:pt x="90980" y="3721100"/>
                  <a:pt x="0" y="3630120"/>
                  <a:pt x="0" y="3517891"/>
                </a:cubicBezTo>
                <a:lnTo>
                  <a:pt x="0" y="203209"/>
                </a:lnTo>
                <a:cubicBezTo>
                  <a:pt x="0" y="90980"/>
                  <a:pt x="90980" y="0"/>
                  <a:pt x="20320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pic>
        <p:nvPicPr>
          <p:cNvPr id="21" name="Image 2" descr="https://images.unsplash.com/photo-1551248429-40975aa4de74?w=400">    </p:cNvPr>
          <p:cNvPicPr>
            <a:picLocks noChangeAspect="1"/>
          </p:cNvPicPr>
          <p:nvPr/>
        </p:nvPicPr>
        <p:blipFill>
          <a:blip r:embed="rId3"/>
          <a:srcRect l="0" r="0" t="25069" b="25069"/>
          <a:stretch/>
        </p:blipFill>
        <p:spPr>
          <a:xfrm>
            <a:off x="520700" y="1689100"/>
            <a:ext cx="4851400" cy="2032000"/>
          </a:xfrm>
          <a:prstGeom prst="roundRect">
            <a:avLst>
              <a:gd name="adj" fmla="val 0"/>
            </a:avLst>
          </a:prstGeom>
        </p:spPr>
      </p:pic>
      <p:sp>
        <p:nvSpPr>
          <p:cNvPr id="22" name="Text 17"/>
          <p:cNvSpPr/>
          <p:nvPr/>
        </p:nvSpPr>
        <p:spPr>
          <a:xfrm>
            <a:off x="2851348" y="3975100"/>
            <a:ext cx="2387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Lobster Thermidor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74700" y="3975100"/>
            <a:ext cx="92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685 EGP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774700" y="4432300"/>
            <a:ext cx="443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لوبستر بصلصة الخردل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4876800" y="48895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F2B138"/>
          </a:solidFill>
          <a:ln/>
        </p:spPr>
      </p:sp>
      <p:sp>
        <p:nvSpPr>
          <p:cNvPr id="26" name="Text 21"/>
          <p:cNvSpPr/>
          <p:nvPr/>
        </p:nvSpPr>
        <p:spPr>
          <a:xfrm>
            <a:off x="4476948" y="48387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4.9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3613745" y="4838700"/>
            <a:ext cx="86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4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(67 تقييم)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10877550" y="5721350"/>
            <a:ext cx="4864100" cy="3721100"/>
          </a:xfrm>
          <a:custGeom>
            <a:avLst/>
            <a:gdLst/>
            <a:ahLst/>
            <a:cxnLst/>
            <a:rect l="l" t="t" r="r" b="b"/>
            <a:pathLst>
              <a:path w="4864100" h="3721100">
                <a:moveTo>
                  <a:pt x="203209" y="0"/>
                </a:moveTo>
                <a:lnTo>
                  <a:pt x="4660891" y="0"/>
                </a:lnTo>
                <a:cubicBezTo>
                  <a:pt x="4773120" y="0"/>
                  <a:pt x="4864100" y="90980"/>
                  <a:pt x="4864100" y="203209"/>
                </a:cubicBezTo>
                <a:lnTo>
                  <a:pt x="4864100" y="3517891"/>
                </a:lnTo>
                <a:cubicBezTo>
                  <a:pt x="4864100" y="3630120"/>
                  <a:pt x="4773120" y="3721100"/>
                  <a:pt x="4660891" y="3721100"/>
                </a:cubicBezTo>
                <a:lnTo>
                  <a:pt x="203209" y="3721100"/>
                </a:lnTo>
                <a:cubicBezTo>
                  <a:pt x="90980" y="3721100"/>
                  <a:pt x="0" y="3630120"/>
                  <a:pt x="0" y="3517891"/>
                </a:cubicBezTo>
                <a:lnTo>
                  <a:pt x="0" y="203209"/>
                </a:lnTo>
                <a:cubicBezTo>
                  <a:pt x="0" y="90980"/>
                  <a:pt x="90980" y="0"/>
                  <a:pt x="20320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pic>
        <p:nvPicPr>
          <p:cNvPr id="29" name="Image 3" descr="https://images.unsplash.com/photo-1571877227200-a0d98ea607e9?w=400">    </p:cNvPr>
          <p:cNvPicPr>
            <a:picLocks noChangeAspect="1"/>
          </p:cNvPicPr>
          <p:nvPr/>
        </p:nvPicPr>
        <p:blipFill>
          <a:blip r:embed="rId4"/>
          <a:srcRect l="0" r="0" t="34283" b="34283"/>
          <a:stretch/>
        </p:blipFill>
        <p:spPr>
          <a:xfrm>
            <a:off x="10883900" y="5727700"/>
            <a:ext cx="4851400" cy="2032000"/>
          </a:xfrm>
          <a:prstGeom prst="roundRect">
            <a:avLst>
              <a:gd name="adj" fmla="val 0"/>
            </a:avLst>
          </a:prstGeom>
        </p:spPr>
      </p:pic>
      <p:sp>
        <p:nvSpPr>
          <p:cNvPr id="30" name="Text 24"/>
          <p:cNvSpPr/>
          <p:nvPr/>
        </p:nvSpPr>
        <p:spPr>
          <a:xfrm>
            <a:off x="14422636" y="8013700"/>
            <a:ext cx="118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Tiramisu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11137900" y="8013700"/>
            <a:ext cx="82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95 EGP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11137900" y="8470900"/>
            <a:ext cx="443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تيراميسو إيطالي كلاسيكي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15240000" y="89281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F2B138"/>
          </a:solidFill>
          <a:ln/>
        </p:spPr>
      </p:sp>
      <p:sp>
        <p:nvSpPr>
          <p:cNvPr id="34" name="Text 28"/>
          <p:cNvSpPr/>
          <p:nvPr/>
        </p:nvSpPr>
        <p:spPr>
          <a:xfrm>
            <a:off x="14840148" y="8877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4.8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13863836" y="88773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4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(234 تقييم)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5695950" y="5721350"/>
            <a:ext cx="4864100" cy="3721100"/>
          </a:xfrm>
          <a:custGeom>
            <a:avLst/>
            <a:gdLst/>
            <a:ahLst/>
            <a:cxnLst/>
            <a:rect l="l" t="t" r="r" b="b"/>
            <a:pathLst>
              <a:path w="4864100" h="3721100">
                <a:moveTo>
                  <a:pt x="203209" y="0"/>
                </a:moveTo>
                <a:lnTo>
                  <a:pt x="4660891" y="0"/>
                </a:lnTo>
                <a:cubicBezTo>
                  <a:pt x="4773120" y="0"/>
                  <a:pt x="4864100" y="90980"/>
                  <a:pt x="4864100" y="203209"/>
                </a:cubicBezTo>
                <a:lnTo>
                  <a:pt x="4864100" y="3517891"/>
                </a:lnTo>
                <a:cubicBezTo>
                  <a:pt x="4864100" y="3630120"/>
                  <a:pt x="4773120" y="3721100"/>
                  <a:pt x="4660891" y="3721100"/>
                </a:cubicBezTo>
                <a:lnTo>
                  <a:pt x="203209" y="3721100"/>
                </a:lnTo>
                <a:cubicBezTo>
                  <a:pt x="90980" y="3721100"/>
                  <a:pt x="0" y="3630120"/>
                  <a:pt x="0" y="3517891"/>
                </a:cubicBezTo>
                <a:lnTo>
                  <a:pt x="0" y="203209"/>
                </a:lnTo>
                <a:cubicBezTo>
                  <a:pt x="0" y="90980"/>
                  <a:pt x="90980" y="0"/>
                  <a:pt x="20320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pic>
        <p:nvPicPr>
          <p:cNvPr id="37" name="Image 4" descr="https://images.unsplash.com/photo-1572442388796-11668a67e53d?w=400">    </p:cNvPr>
          <p:cNvPicPr>
            <a:picLocks noChangeAspect="1"/>
          </p:cNvPicPr>
          <p:nvPr/>
        </p:nvPicPr>
        <p:blipFill>
          <a:blip r:embed="rId5"/>
          <a:srcRect l="0" r="0" t="27112" b="27112"/>
          <a:stretch/>
        </p:blipFill>
        <p:spPr>
          <a:xfrm>
            <a:off x="5702300" y="5727700"/>
            <a:ext cx="4851400" cy="2032000"/>
          </a:xfrm>
          <a:prstGeom prst="roundRect">
            <a:avLst>
              <a:gd name="adj" fmla="val 0"/>
            </a:avLst>
          </a:prstGeom>
        </p:spPr>
      </p:pic>
      <p:sp>
        <p:nvSpPr>
          <p:cNvPr id="38" name="Text 31"/>
          <p:cNvSpPr/>
          <p:nvPr/>
        </p:nvSpPr>
        <p:spPr>
          <a:xfrm>
            <a:off x="8846145" y="8013700"/>
            <a:ext cx="157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Cappuccino</a:t>
            </a:r>
            <a:endParaRPr lang="en-US" sz="1600" dirty="0"/>
          </a:p>
        </p:txBody>
      </p:sp>
      <p:sp>
        <p:nvSpPr>
          <p:cNvPr id="39" name="Text 32"/>
          <p:cNvSpPr/>
          <p:nvPr/>
        </p:nvSpPr>
        <p:spPr>
          <a:xfrm>
            <a:off x="5956300" y="8013700"/>
            <a:ext cx="82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45 EGP</a:t>
            </a:r>
            <a:endParaRPr lang="en-US" sz="1600" dirty="0"/>
          </a:p>
        </p:txBody>
      </p:sp>
      <p:sp>
        <p:nvSpPr>
          <p:cNvPr id="40" name="Text 33"/>
          <p:cNvSpPr/>
          <p:nvPr/>
        </p:nvSpPr>
        <p:spPr>
          <a:xfrm>
            <a:off x="5956300" y="8470900"/>
            <a:ext cx="443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كابتشينو إسبريسو</a:t>
            </a:r>
            <a:endParaRPr lang="en-US" sz="1600" dirty="0"/>
          </a:p>
        </p:txBody>
      </p:sp>
      <p:sp>
        <p:nvSpPr>
          <p:cNvPr id="41" name="Shape 34"/>
          <p:cNvSpPr/>
          <p:nvPr/>
        </p:nvSpPr>
        <p:spPr>
          <a:xfrm>
            <a:off x="10058400" y="89281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F2B138"/>
          </a:solidFill>
          <a:ln/>
        </p:spPr>
      </p:sp>
      <p:sp>
        <p:nvSpPr>
          <p:cNvPr id="42" name="Text 35"/>
          <p:cNvSpPr/>
          <p:nvPr/>
        </p:nvSpPr>
        <p:spPr>
          <a:xfrm>
            <a:off x="9658548" y="8877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4.8</a:t>
            </a:r>
            <a:endParaRPr lang="en-US" sz="1600" dirty="0"/>
          </a:p>
        </p:txBody>
      </p:sp>
      <p:sp>
        <p:nvSpPr>
          <p:cNvPr id="43" name="Text 36"/>
          <p:cNvSpPr/>
          <p:nvPr/>
        </p:nvSpPr>
        <p:spPr>
          <a:xfrm>
            <a:off x="8682236" y="88773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4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(267 تقييم)</a:t>
            </a:r>
            <a:endParaRPr lang="en-US" sz="1600" dirty="0"/>
          </a:p>
        </p:txBody>
      </p:sp>
      <p:sp>
        <p:nvSpPr>
          <p:cNvPr id="44" name="Shape 37"/>
          <p:cNvSpPr/>
          <p:nvPr/>
        </p:nvSpPr>
        <p:spPr>
          <a:xfrm>
            <a:off x="514350" y="5721350"/>
            <a:ext cx="4864100" cy="3721100"/>
          </a:xfrm>
          <a:custGeom>
            <a:avLst/>
            <a:gdLst/>
            <a:ahLst/>
            <a:cxnLst/>
            <a:rect l="l" t="t" r="r" b="b"/>
            <a:pathLst>
              <a:path w="4864100" h="3721100">
                <a:moveTo>
                  <a:pt x="203209" y="0"/>
                </a:moveTo>
                <a:lnTo>
                  <a:pt x="4660891" y="0"/>
                </a:lnTo>
                <a:cubicBezTo>
                  <a:pt x="4773120" y="0"/>
                  <a:pt x="4864100" y="90980"/>
                  <a:pt x="4864100" y="203209"/>
                </a:cubicBezTo>
                <a:lnTo>
                  <a:pt x="4864100" y="3517891"/>
                </a:lnTo>
                <a:cubicBezTo>
                  <a:pt x="4864100" y="3630120"/>
                  <a:pt x="4773120" y="3721100"/>
                  <a:pt x="4660891" y="3721100"/>
                </a:cubicBezTo>
                <a:lnTo>
                  <a:pt x="203209" y="3721100"/>
                </a:lnTo>
                <a:cubicBezTo>
                  <a:pt x="90980" y="3721100"/>
                  <a:pt x="0" y="3630120"/>
                  <a:pt x="0" y="3517891"/>
                </a:cubicBezTo>
                <a:lnTo>
                  <a:pt x="0" y="203209"/>
                </a:lnTo>
                <a:cubicBezTo>
                  <a:pt x="0" y="90980"/>
                  <a:pt x="90980" y="0"/>
                  <a:pt x="203209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pic>
        <p:nvPicPr>
          <p:cNvPr id="45" name="Image 5" descr="https://images.unsplash.com/photo-1512621776951-a57141f2eefd?w=400">    </p:cNvPr>
          <p:cNvPicPr>
            <a:picLocks noChangeAspect="1"/>
          </p:cNvPicPr>
          <p:nvPr/>
        </p:nvPicPr>
        <p:blipFill>
          <a:blip r:embed="rId6"/>
          <a:srcRect l="0" r="0" t="18626" b="18626"/>
          <a:stretch/>
        </p:blipFill>
        <p:spPr>
          <a:xfrm>
            <a:off x="520700" y="5727700"/>
            <a:ext cx="4851400" cy="2032000"/>
          </a:xfrm>
          <a:prstGeom prst="roundRect">
            <a:avLst>
              <a:gd name="adj" fmla="val 0"/>
            </a:avLst>
          </a:prstGeom>
        </p:spPr>
      </p:pic>
      <p:sp>
        <p:nvSpPr>
          <p:cNvPr id="46" name="Text 38"/>
          <p:cNvSpPr/>
          <p:nvPr/>
        </p:nvSpPr>
        <p:spPr>
          <a:xfrm>
            <a:off x="2799755" y="8013700"/>
            <a:ext cx="245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Goat Cheese Salad</a:t>
            </a:r>
            <a:endParaRPr lang="en-US" sz="1600" dirty="0"/>
          </a:p>
        </p:txBody>
      </p:sp>
      <p:sp>
        <p:nvSpPr>
          <p:cNvPr id="47" name="Text 39"/>
          <p:cNvSpPr/>
          <p:nvPr/>
        </p:nvSpPr>
        <p:spPr>
          <a:xfrm>
            <a:off x="774700" y="8013700"/>
            <a:ext cx="92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145 EGP</a:t>
            </a:r>
            <a:endParaRPr lang="en-US" sz="1600" dirty="0"/>
          </a:p>
        </p:txBody>
      </p:sp>
      <p:sp>
        <p:nvSpPr>
          <p:cNvPr id="48" name="Text 40"/>
          <p:cNvSpPr/>
          <p:nvPr/>
        </p:nvSpPr>
        <p:spPr>
          <a:xfrm>
            <a:off x="774700" y="8470900"/>
            <a:ext cx="443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سلطة جبن الماعز الدافئ</a:t>
            </a:r>
            <a:endParaRPr lang="en-US" sz="1600" dirty="0"/>
          </a:p>
        </p:txBody>
      </p:sp>
      <p:sp>
        <p:nvSpPr>
          <p:cNvPr id="49" name="Shape 41"/>
          <p:cNvSpPr/>
          <p:nvPr/>
        </p:nvSpPr>
        <p:spPr>
          <a:xfrm>
            <a:off x="4876800" y="89281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F2B138"/>
          </a:solidFill>
          <a:ln/>
        </p:spPr>
      </p:sp>
      <p:sp>
        <p:nvSpPr>
          <p:cNvPr id="50" name="Text 42"/>
          <p:cNvSpPr/>
          <p:nvPr/>
        </p:nvSpPr>
        <p:spPr>
          <a:xfrm>
            <a:off x="4476948" y="88773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4.8</a:t>
            </a:r>
            <a:endParaRPr lang="en-US" sz="1600" dirty="0"/>
          </a:p>
        </p:txBody>
      </p:sp>
      <p:sp>
        <p:nvSpPr>
          <p:cNvPr id="51" name="Text 43"/>
          <p:cNvSpPr/>
          <p:nvPr/>
        </p:nvSpPr>
        <p:spPr>
          <a:xfrm>
            <a:off x="3613745" y="8877300"/>
            <a:ext cx="86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4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(98 تقييم)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55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40" kern="0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LOYALTY PROGRAM —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37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برنامج الولاء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732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اكسب نقاط مع كل طلب واستمتع بمزايا حصرية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134850" y="2089150"/>
            <a:ext cx="3606800" cy="6540500"/>
          </a:xfrm>
          <a:custGeom>
            <a:avLst/>
            <a:gdLst/>
            <a:ahLst/>
            <a:cxnLst/>
            <a:rect l="l" t="t" r="r" b="b"/>
            <a:pathLst>
              <a:path w="3606800" h="6540500">
                <a:moveTo>
                  <a:pt x="203207" y="0"/>
                </a:moveTo>
                <a:lnTo>
                  <a:pt x="3403593" y="0"/>
                </a:lnTo>
                <a:cubicBezTo>
                  <a:pt x="3515821" y="0"/>
                  <a:pt x="3606800" y="90979"/>
                  <a:pt x="3606800" y="203207"/>
                </a:cubicBezTo>
                <a:lnTo>
                  <a:pt x="3606800" y="6337293"/>
                </a:lnTo>
                <a:cubicBezTo>
                  <a:pt x="3606800" y="6449521"/>
                  <a:pt x="3515821" y="6540500"/>
                  <a:pt x="3403593" y="6540500"/>
                </a:cubicBezTo>
                <a:lnTo>
                  <a:pt x="203207" y="6540500"/>
                </a:lnTo>
                <a:cubicBezTo>
                  <a:pt x="90979" y="6540500"/>
                  <a:pt x="0" y="6449521"/>
                  <a:pt x="0" y="6337293"/>
                </a:cubicBezTo>
                <a:lnTo>
                  <a:pt x="0" y="203207"/>
                </a:lnTo>
                <a:cubicBezTo>
                  <a:pt x="0" y="90979"/>
                  <a:pt x="90979" y="0"/>
                  <a:pt x="203207" y="0"/>
                </a:cubicBezTo>
                <a:close/>
              </a:path>
            </a:pathLst>
          </a:custGeom>
          <a:gradFill rotWithShape="1" flip="none">
            <a:gsLst>
              <a:gs pos="0">
                <a:srgbClr val="973C00">
                  <a:alpha val="30000"/>
                </a:srgbClr>
              </a:gs>
              <a:gs pos="100000">
                <a:srgbClr val="7B3306">
                  <a:alpha val="30000"/>
                </a:srgbClr>
              </a:gs>
            </a:gsLst>
            <a:lin ang="5400000" scaled="1"/>
          </a:gradFill>
          <a:ln w="12700">
            <a:solidFill>
              <a:srgbClr val="BB4D00">
                <a:alpha val="5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31850" y="24003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E17100"/>
              </a:gs>
              <a:gs pos="100000">
                <a:srgbClr val="973C00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13804900" y="26543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529" y="76200"/>
                </a:moveTo>
                <a:lnTo>
                  <a:pt x="83165" y="-7680"/>
                </a:lnTo>
                <a:cubicBezTo>
                  <a:pt x="79296" y="-14109"/>
                  <a:pt x="71199" y="-16431"/>
                  <a:pt x="64532" y="-13097"/>
                </a:cubicBezTo>
                <a:lnTo>
                  <a:pt x="12978" y="12680"/>
                </a:lnTo>
                <a:cubicBezTo>
                  <a:pt x="5894" y="16193"/>
                  <a:pt x="3036" y="24765"/>
                  <a:pt x="6548" y="31849"/>
                </a:cubicBezTo>
                <a:lnTo>
                  <a:pt x="47982" y="114657"/>
                </a:lnTo>
                <a:cubicBezTo>
                  <a:pt x="30063" y="134838"/>
                  <a:pt x="19229" y="161389"/>
                  <a:pt x="19229" y="190500"/>
                </a:cubicBezTo>
                <a:cubicBezTo>
                  <a:pt x="19229" y="253603"/>
                  <a:pt x="70425" y="304800"/>
                  <a:pt x="133529" y="304800"/>
                </a:cubicBezTo>
                <a:cubicBezTo>
                  <a:pt x="196632" y="304800"/>
                  <a:pt x="247829" y="253603"/>
                  <a:pt x="247829" y="190500"/>
                </a:cubicBezTo>
                <a:cubicBezTo>
                  <a:pt x="247829" y="161389"/>
                  <a:pt x="236934" y="134838"/>
                  <a:pt x="219075" y="114657"/>
                </a:cubicBezTo>
                <a:lnTo>
                  <a:pt x="260509" y="31849"/>
                </a:lnTo>
                <a:cubicBezTo>
                  <a:pt x="264021" y="24765"/>
                  <a:pt x="261164" y="16193"/>
                  <a:pt x="254139" y="12680"/>
                </a:cubicBezTo>
                <a:lnTo>
                  <a:pt x="202525" y="-13156"/>
                </a:lnTo>
                <a:cubicBezTo>
                  <a:pt x="195858" y="-16490"/>
                  <a:pt x="187702" y="-14109"/>
                  <a:pt x="183892" y="-7739"/>
                </a:cubicBezTo>
                <a:lnTo>
                  <a:pt x="133529" y="76200"/>
                </a:lnTo>
                <a:close/>
                <a:moveTo>
                  <a:pt x="151864" y="161032"/>
                </a:moveTo>
                <a:cubicBezTo>
                  <a:pt x="152698" y="162699"/>
                  <a:pt x="154245" y="163830"/>
                  <a:pt x="156031" y="164068"/>
                </a:cubicBezTo>
                <a:lnTo>
                  <a:pt x="185857" y="168414"/>
                </a:lnTo>
                <a:cubicBezTo>
                  <a:pt x="190440" y="169069"/>
                  <a:pt x="192226" y="174665"/>
                  <a:pt x="188952" y="177939"/>
                </a:cubicBezTo>
                <a:lnTo>
                  <a:pt x="167342" y="199013"/>
                </a:lnTo>
                <a:cubicBezTo>
                  <a:pt x="166033" y="200323"/>
                  <a:pt x="165437" y="202109"/>
                  <a:pt x="165735" y="203954"/>
                </a:cubicBezTo>
                <a:lnTo>
                  <a:pt x="170855" y="233660"/>
                </a:lnTo>
                <a:cubicBezTo>
                  <a:pt x="171629" y="238185"/>
                  <a:pt x="166866" y="241697"/>
                  <a:pt x="162758" y="239554"/>
                </a:cubicBezTo>
                <a:lnTo>
                  <a:pt x="136088" y="225504"/>
                </a:lnTo>
                <a:cubicBezTo>
                  <a:pt x="134481" y="224671"/>
                  <a:pt x="132517" y="224671"/>
                  <a:pt x="130909" y="225504"/>
                </a:cubicBezTo>
                <a:lnTo>
                  <a:pt x="104239" y="239554"/>
                </a:lnTo>
                <a:cubicBezTo>
                  <a:pt x="100132" y="241697"/>
                  <a:pt x="95369" y="238244"/>
                  <a:pt x="96143" y="233660"/>
                </a:cubicBezTo>
                <a:lnTo>
                  <a:pt x="101263" y="203954"/>
                </a:lnTo>
                <a:cubicBezTo>
                  <a:pt x="101560" y="202168"/>
                  <a:pt x="100965" y="200323"/>
                  <a:pt x="99655" y="199013"/>
                </a:cubicBezTo>
                <a:lnTo>
                  <a:pt x="78045" y="177939"/>
                </a:lnTo>
                <a:cubicBezTo>
                  <a:pt x="74712" y="174724"/>
                  <a:pt x="76557" y="169128"/>
                  <a:pt x="81141" y="168414"/>
                </a:cubicBezTo>
                <a:lnTo>
                  <a:pt x="110966" y="164068"/>
                </a:lnTo>
                <a:cubicBezTo>
                  <a:pt x="112752" y="163830"/>
                  <a:pt x="114360" y="162639"/>
                  <a:pt x="115133" y="161032"/>
                </a:cubicBezTo>
                <a:lnTo>
                  <a:pt x="128468" y="134005"/>
                </a:lnTo>
                <a:cubicBezTo>
                  <a:pt x="130493" y="129838"/>
                  <a:pt x="136386" y="129838"/>
                  <a:pt x="138470" y="134005"/>
                </a:cubicBezTo>
                <a:lnTo>
                  <a:pt x="151805" y="16103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369800" y="3416300"/>
            <a:ext cx="31369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B9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برونزي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401550" y="3911600"/>
            <a:ext cx="307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Bronze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567668" y="4356100"/>
            <a:ext cx="741164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401550" y="4826000"/>
            <a:ext cx="307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خصم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5244763" y="53213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FFB900"/>
          </a:solidFill>
          <a:ln/>
        </p:spPr>
      </p:sp>
      <p:sp>
        <p:nvSpPr>
          <p:cNvPr id="13" name="Text 11"/>
          <p:cNvSpPr/>
          <p:nvPr/>
        </p:nvSpPr>
        <p:spPr>
          <a:xfrm>
            <a:off x="12674600" y="5283200"/>
            <a:ext cx="284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خصم 5% على الطلبات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5244763" y="56769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FFB900"/>
          </a:solidFill>
          <a:ln/>
        </p:spPr>
      </p:sp>
      <p:sp>
        <p:nvSpPr>
          <p:cNvPr id="15" name="Text 13"/>
          <p:cNvSpPr/>
          <p:nvPr/>
        </p:nvSpPr>
        <p:spPr>
          <a:xfrm>
            <a:off x="12674600" y="5638800"/>
            <a:ext cx="284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عرض عيد الميلاد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61350" y="2089150"/>
            <a:ext cx="3606800" cy="6540500"/>
          </a:xfrm>
          <a:custGeom>
            <a:avLst/>
            <a:gdLst/>
            <a:ahLst/>
            <a:cxnLst/>
            <a:rect l="l" t="t" r="r" b="b"/>
            <a:pathLst>
              <a:path w="3606800" h="6540500">
                <a:moveTo>
                  <a:pt x="203207" y="0"/>
                </a:moveTo>
                <a:lnTo>
                  <a:pt x="3403593" y="0"/>
                </a:lnTo>
                <a:cubicBezTo>
                  <a:pt x="3515821" y="0"/>
                  <a:pt x="3606800" y="90979"/>
                  <a:pt x="3606800" y="203207"/>
                </a:cubicBezTo>
                <a:lnTo>
                  <a:pt x="3606800" y="6337293"/>
                </a:lnTo>
                <a:cubicBezTo>
                  <a:pt x="3606800" y="6449521"/>
                  <a:pt x="3515821" y="6540500"/>
                  <a:pt x="3403593" y="6540500"/>
                </a:cubicBezTo>
                <a:lnTo>
                  <a:pt x="203207" y="6540500"/>
                </a:lnTo>
                <a:cubicBezTo>
                  <a:pt x="90979" y="6540500"/>
                  <a:pt x="0" y="6449521"/>
                  <a:pt x="0" y="6337293"/>
                </a:cubicBezTo>
                <a:lnTo>
                  <a:pt x="0" y="203207"/>
                </a:lnTo>
                <a:cubicBezTo>
                  <a:pt x="0" y="90979"/>
                  <a:pt x="90979" y="0"/>
                  <a:pt x="203207" y="0"/>
                </a:cubicBezTo>
                <a:close/>
              </a:path>
            </a:pathLst>
          </a:custGeom>
          <a:gradFill rotWithShape="1" flip="none">
            <a:gsLst>
              <a:gs pos="0">
                <a:srgbClr val="6A7282">
                  <a:alpha val="30000"/>
                </a:srgbClr>
              </a:gs>
              <a:gs pos="100000">
                <a:srgbClr val="364153">
                  <a:alpha val="30000"/>
                </a:srgbClr>
              </a:gs>
            </a:gsLst>
            <a:lin ang="5400000" scaled="1"/>
          </a:gradFill>
          <a:ln w="12700">
            <a:solidFill>
              <a:srgbClr val="6A7282">
                <a:alpha val="5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58350" y="24003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99A1AF"/>
              </a:gs>
              <a:gs pos="100000">
                <a:srgbClr val="4A5565"/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9893300" y="26543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4249" y="-11251"/>
                </a:moveTo>
                <a:cubicBezTo>
                  <a:pt x="181808" y="-16014"/>
                  <a:pt x="176867" y="-19050"/>
                  <a:pt x="171510" y="-19050"/>
                </a:cubicBezTo>
                <a:cubicBezTo>
                  <a:pt x="166152" y="-19050"/>
                  <a:pt x="161211" y="-16014"/>
                  <a:pt x="158770" y="-11251"/>
                </a:cubicBezTo>
                <a:lnTo>
                  <a:pt x="114955" y="74593"/>
                </a:lnTo>
                <a:lnTo>
                  <a:pt x="19764" y="89714"/>
                </a:lnTo>
                <a:cubicBezTo>
                  <a:pt x="14466" y="90547"/>
                  <a:pt x="10061" y="94298"/>
                  <a:pt x="8394" y="99417"/>
                </a:cubicBezTo>
                <a:cubicBezTo>
                  <a:pt x="6727" y="104537"/>
                  <a:pt x="8096" y="110133"/>
                  <a:pt x="11847" y="113943"/>
                </a:cubicBezTo>
                <a:lnTo>
                  <a:pt x="79950" y="182106"/>
                </a:lnTo>
                <a:lnTo>
                  <a:pt x="64949" y="277297"/>
                </a:lnTo>
                <a:cubicBezTo>
                  <a:pt x="64115" y="282595"/>
                  <a:pt x="66318" y="287953"/>
                  <a:pt x="70664" y="291108"/>
                </a:cubicBezTo>
                <a:cubicBezTo>
                  <a:pt x="75009" y="294263"/>
                  <a:pt x="80724" y="294739"/>
                  <a:pt x="85546" y="292298"/>
                </a:cubicBezTo>
                <a:lnTo>
                  <a:pt x="171510" y="248603"/>
                </a:lnTo>
                <a:lnTo>
                  <a:pt x="257413" y="292298"/>
                </a:lnTo>
                <a:cubicBezTo>
                  <a:pt x="262176" y="294739"/>
                  <a:pt x="267950" y="294263"/>
                  <a:pt x="272296" y="291108"/>
                </a:cubicBezTo>
                <a:cubicBezTo>
                  <a:pt x="276642" y="287953"/>
                  <a:pt x="278844" y="282654"/>
                  <a:pt x="278011" y="277297"/>
                </a:cubicBezTo>
                <a:lnTo>
                  <a:pt x="262950" y="182106"/>
                </a:lnTo>
                <a:lnTo>
                  <a:pt x="331053" y="113943"/>
                </a:lnTo>
                <a:cubicBezTo>
                  <a:pt x="334863" y="110133"/>
                  <a:pt x="336173" y="104537"/>
                  <a:pt x="334506" y="99417"/>
                </a:cubicBezTo>
                <a:cubicBezTo>
                  <a:pt x="332839" y="94298"/>
                  <a:pt x="328493" y="90547"/>
                  <a:pt x="323136" y="89714"/>
                </a:cubicBezTo>
                <a:lnTo>
                  <a:pt x="228005" y="74593"/>
                </a:lnTo>
                <a:lnTo>
                  <a:pt x="184249" y="-1125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496300" y="3416300"/>
            <a:ext cx="31369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D1D5D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فضي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28050" y="3911600"/>
            <a:ext cx="307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Silver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88221" y="4356100"/>
            <a:ext cx="953058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28050" y="4826000"/>
            <a:ext cx="307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خصم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371263" y="53213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D1D5DC"/>
          </a:solidFill>
          <a:ln/>
        </p:spPr>
      </p:sp>
      <p:sp>
        <p:nvSpPr>
          <p:cNvPr id="24" name="Text 22"/>
          <p:cNvSpPr/>
          <p:nvPr/>
        </p:nvSpPr>
        <p:spPr>
          <a:xfrm>
            <a:off x="8801100" y="5283200"/>
            <a:ext cx="284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خصم 10% + توصيل مجاني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371263" y="56769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D1D5DC"/>
          </a:solidFill>
          <a:ln/>
        </p:spPr>
      </p:sp>
      <p:sp>
        <p:nvSpPr>
          <p:cNvPr id="26" name="Text 24"/>
          <p:cNvSpPr/>
          <p:nvPr/>
        </p:nvSpPr>
        <p:spPr>
          <a:xfrm>
            <a:off x="8801100" y="5638800"/>
            <a:ext cx="284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دعم أولوية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87850" y="2089150"/>
            <a:ext cx="3606800" cy="6540500"/>
          </a:xfrm>
          <a:custGeom>
            <a:avLst/>
            <a:gdLst/>
            <a:ahLst/>
            <a:cxnLst/>
            <a:rect l="l" t="t" r="r" b="b"/>
            <a:pathLst>
              <a:path w="3606800" h="6540500">
                <a:moveTo>
                  <a:pt x="203207" y="0"/>
                </a:moveTo>
                <a:lnTo>
                  <a:pt x="3403593" y="0"/>
                </a:lnTo>
                <a:cubicBezTo>
                  <a:pt x="3515821" y="0"/>
                  <a:pt x="3606800" y="90979"/>
                  <a:pt x="3606800" y="203207"/>
                </a:cubicBezTo>
                <a:lnTo>
                  <a:pt x="3606800" y="6337293"/>
                </a:lnTo>
                <a:cubicBezTo>
                  <a:pt x="3606800" y="6449521"/>
                  <a:pt x="3515821" y="6540500"/>
                  <a:pt x="3403593" y="6540500"/>
                </a:cubicBezTo>
                <a:lnTo>
                  <a:pt x="203207" y="6540500"/>
                </a:lnTo>
                <a:cubicBezTo>
                  <a:pt x="90979" y="6540500"/>
                  <a:pt x="0" y="6449521"/>
                  <a:pt x="0" y="6337293"/>
                </a:cubicBezTo>
                <a:lnTo>
                  <a:pt x="0" y="203207"/>
                </a:lnTo>
                <a:cubicBezTo>
                  <a:pt x="0" y="90979"/>
                  <a:pt x="90979" y="0"/>
                  <a:pt x="203207" y="0"/>
                </a:cubicBezTo>
                <a:close/>
              </a:path>
            </a:pathLst>
          </a:custGeom>
          <a:gradFill rotWithShape="1" flip="none">
            <a:gsLst>
              <a:gs pos="0">
                <a:srgbClr val="F0B100">
                  <a:alpha val="30000"/>
                </a:srgbClr>
              </a:gs>
              <a:gs pos="100000">
                <a:srgbClr val="A65F00">
                  <a:alpha val="30000"/>
                </a:srgbClr>
              </a:gs>
            </a:gsLst>
            <a:lin ang="5400000" scaled="1"/>
          </a:gradFill>
          <a:ln w="12700">
            <a:solidFill>
              <a:srgbClr val="F0B100">
                <a:alpha val="5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84850" y="24003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DC700"/>
              </a:gs>
              <a:gs pos="100000">
                <a:srgbClr val="D08700"/>
              </a:gs>
            </a:gsLst>
            <a:lin ang="270000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6019800" y="26543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6333" y="51911"/>
                </a:moveTo>
                <a:cubicBezTo>
                  <a:pt x="191810" y="47565"/>
                  <a:pt x="195263" y="40838"/>
                  <a:pt x="195263" y="33338"/>
                </a:cubicBezTo>
                <a:cubicBezTo>
                  <a:pt x="195263" y="20181"/>
                  <a:pt x="184606" y="9525"/>
                  <a:pt x="171450" y="9525"/>
                </a:cubicBezTo>
                <a:cubicBezTo>
                  <a:pt x="158294" y="9525"/>
                  <a:pt x="147638" y="20181"/>
                  <a:pt x="147638" y="33338"/>
                </a:cubicBezTo>
                <a:cubicBezTo>
                  <a:pt x="147638" y="40838"/>
                  <a:pt x="151150" y="47565"/>
                  <a:pt x="156567" y="51911"/>
                </a:cubicBezTo>
                <a:lnTo>
                  <a:pt x="115848" y="115967"/>
                </a:lnTo>
                <a:cubicBezTo>
                  <a:pt x="109895" y="125313"/>
                  <a:pt x="97215" y="127635"/>
                  <a:pt x="88344" y="120968"/>
                </a:cubicBezTo>
                <a:lnTo>
                  <a:pt x="52923" y="94476"/>
                </a:lnTo>
                <a:cubicBezTo>
                  <a:pt x="55602" y="90666"/>
                  <a:pt x="57150" y="85963"/>
                  <a:pt x="57150" y="80962"/>
                </a:cubicBezTo>
                <a:cubicBezTo>
                  <a:pt x="57150" y="67806"/>
                  <a:pt x="46494" y="57150"/>
                  <a:pt x="33338" y="57150"/>
                </a:cubicBezTo>
                <a:cubicBezTo>
                  <a:pt x="20181" y="57150"/>
                  <a:pt x="9525" y="67806"/>
                  <a:pt x="9525" y="80962"/>
                </a:cubicBezTo>
                <a:cubicBezTo>
                  <a:pt x="9525" y="93940"/>
                  <a:pt x="19943" y="104537"/>
                  <a:pt x="32861" y="104775"/>
                </a:cubicBezTo>
                <a:lnTo>
                  <a:pt x="52268" y="234255"/>
                </a:lnTo>
                <a:cubicBezTo>
                  <a:pt x="55066" y="252889"/>
                  <a:pt x="71080" y="266700"/>
                  <a:pt x="89952" y="266700"/>
                </a:cubicBezTo>
                <a:lnTo>
                  <a:pt x="252948" y="266700"/>
                </a:lnTo>
                <a:cubicBezTo>
                  <a:pt x="271820" y="266700"/>
                  <a:pt x="287834" y="252889"/>
                  <a:pt x="290632" y="234255"/>
                </a:cubicBezTo>
                <a:lnTo>
                  <a:pt x="310039" y="104775"/>
                </a:lnTo>
                <a:cubicBezTo>
                  <a:pt x="322957" y="104537"/>
                  <a:pt x="333375" y="93940"/>
                  <a:pt x="333375" y="80962"/>
                </a:cubicBezTo>
                <a:cubicBezTo>
                  <a:pt x="333375" y="67806"/>
                  <a:pt x="322719" y="57150"/>
                  <a:pt x="309563" y="57150"/>
                </a:cubicBezTo>
                <a:cubicBezTo>
                  <a:pt x="296406" y="57150"/>
                  <a:pt x="285750" y="67806"/>
                  <a:pt x="285750" y="80962"/>
                </a:cubicBezTo>
                <a:cubicBezTo>
                  <a:pt x="285750" y="85963"/>
                  <a:pt x="287298" y="90666"/>
                  <a:pt x="289977" y="94476"/>
                </a:cubicBezTo>
                <a:lnTo>
                  <a:pt x="254615" y="121027"/>
                </a:lnTo>
                <a:cubicBezTo>
                  <a:pt x="245745" y="127695"/>
                  <a:pt x="233065" y="125373"/>
                  <a:pt x="227112" y="116026"/>
                </a:cubicBezTo>
                <a:lnTo>
                  <a:pt x="186333" y="5191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622800" y="3416300"/>
            <a:ext cx="31369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DC7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ذهبي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54550" y="3911600"/>
            <a:ext cx="307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14721" y="4356100"/>
            <a:ext cx="953058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54550" y="4826000"/>
            <a:ext cx="307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خصم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97763" y="53213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35" name="Text 33"/>
          <p:cNvSpPr/>
          <p:nvPr/>
        </p:nvSpPr>
        <p:spPr>
          <a:xfrm>
            <a:off x="4927600" y="5283200"/>
            <a:ext cx="284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خصم 15% + VIP دعم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497763" y="56769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37" name="Text 35"/>
          <p:cNvSpPr/>
          <p:nvPr/>
        </p:nvSpPr>
        <p:spPr>
          <a:xfrm>
            <a:off x="4927600" y="5638800"/>
            <a:ext cx="284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فعاليات حصرية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4350" y="2089150"/>
            <a:ext cx="3606800" cy="6540500"/>
          </a:xfrm>
          <a:custGeom>
            <a:avLst/>
            <a:gdLst/>
            <a:ahLst/>
            <a:cxnLst/>
            <a:rect l="l" t="t" r="r" b="b"/>
            <a:pathLst>
              <a:path w="3606800" h="6540500">
                <a:moveTo>
                  <a:pt x="203207" y="0"/>
                </a:moveTo>
                <a:lnTo>
                  <a:pt x="3403593" y="0"/>
                </a:lnTo>
                <a:cubicBezTo>
                  <a:pt x="3515821" y="0"/>
                  <a:pt x="3606800" y="90979"/>
                  <a:pt x="3606800" y="203207"/>
                </a:cubicBezTo>
                <a:lnTo>
                  <a:pt x="3606800" y="6337293"/>
                </a:lnTo>
                <a:cubicBezTo>
                  <a:pt x="3606800" y="6449521"/>
                  <a:pt x="3515821" y="6540500"/>
                  <a:pt x="3403593" y="6540500"/>
                </a:cubicBezTo>
                <a:lnTo>
                  <a:pt x="203207" y="6540500"/>
                </a:lnTo>
                <a:cubicBezTo>
                  <a:pt x="90979" y="6540500"/>
                  <a:pt x="0" y="6449521"/>
                  <a:pt x="0" y="6337293"/>
                </a:cubicBezTo>
                <a:lnTo>
                  <a:pt x="0" y="203207"/>
                </a:lnTo>
                <a:cubicBezTo>
                  <a:pt x="0" y="90979"/>
                  <a:pt x="90979" y="0"/>
                  <a:pt x="203207" y="0"/>
                </a:cubicBezTo>
                <a:close/>
              </a:path>
            </a:pathLst>
          </a:custGeom>
          <a:gradFill rotWithShape="1" flip="none">
            <a:gsLst>
              <a:gs pos="0">
                <a:srgbClr val="CAD5E2">
                  <a:alpha val="30000"/>
                </a:srgbClr>
              </a:gs>
              <a:gs pos="100000">
                <a:srgbClr val="62748E">
                  <a:alpha val="30000"/>
                </a:srgbClr>
              </a:gs>
            </a:gsLst>
            <a:lin ang="5400000" scaled="1"/>
          </a:gradFill>
          <a:ln w="12700">
            <a:solidFill>
              <a:srgbClr val="90A1B9">
                <a:alpha val="5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11350" y="24003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AD5E2"/>
              </a:gs>
              <a:gs pos="100000">
                <a:srgbClr val="62748E"/>
              </a:gs>
            </a:gsLst>
            <a:lin ang="2700000" scaled="1"/>
          </a:gradFill>
          <a:ln/>
        </p:spPr>
      </p:sp>
      <p:sp>
        <p:nvSpPr>
          <p:cNvPr id="40" name="Shape 38"/>
          <p:cNvSpPr/>
          <p:nvPr/>
        </p:nvSpPr>
        <p:spPr>
          <a:xfrm>
            <a:off x="2165350" y="2654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9473" y="20122"/>
                </a:moveTo>
                <a:cubicBezTo>
                  <a:pt x="72152" y="16490"/>
                  <a:pt x="76438" y="14287"/>
                  <a:pt x="80962" y="14287"/>
                </a:cubicBezTo>
                <a:lnTo>
                  <a:pt x="223838" y="14287"/>
                </a:lnTo>
                <a:cubicBezTo>
                  <a:pt x="228362" y="14287"/>
                  <a:pt x="232648" y="16431"/>
                  <a:pt x="235327" y="20122"/>
                </a:cubicBezTo>
                <a:lnTo>
                  <a:pt x="302002" y="110609"/>
                </a:lnTo>
                <a:cubicBezTo>
                  <a:pt x="306050" y="116086"/>
                  <a:pt x="305633" y="123646"/>
                  <a:pt x="301109" y="128707"/>
                </a:cubicBezTo>
                <a:lnTo>
                  <a:pt x="162997" y="281107"/>
                </a:lnTo>
                <a:cubicBezTo>
                  <a:pt x="160318" y="284083"/>
                  <a:pt x="156448" y="285810"/>
                  <a:pt x="152400" y="285810"/>
                </a:cubicBezTo>
                <a:cubicBezTo>
                  <a:pt x="148352" y="285810"/>
                  <a:pt x="144542" y="284083"/>
                  <a:pt x="141803" y="281107"/>
                </a:cubicBezTo>
                <a:lnTo>
                  <a:pt x="3691" y="128707"/>
                </a:lnTo>
                <a:cubicBezTo>
                  <a:pt x="-893" y="123646"/>
                  <a:pt x="-1250" y="116086"/>
                  <a:pt x="2798" y="110609"/>
                </a:cubicBezTo>
                <a:lnTo>
                  <a:pt x="69473" y="20122"/>
                </a:lnTo>
                <a:close/>
                <a:moveTo>
                  <a:pt x="92393" y="43815"/>
                </a:moveTo>
                <a:cubicBezTo>
                  <a:pt x="90428" y="45303"/>
                  <a:pt x="89892" y="47982"/>
                  <a:pt x="91142" y="50066"/>
                </a:cubicBezTo>
                <a:lnTo>
                  <a:pt x="125313" y="107037"/>
                </a:lnTo>
                <a:lnTo>
                  <a:pt x="37683" y="114300"/>
                </a:lnTo>
                <a:cubicBezTo>
                  <a:pt x="35243" y="114479"/>
                  <a:pt x="33338" y="116562"/>
                  <a:pt x="33338" y="119062"/>
                </a:cubicBezTo>
                <a:cubicBezTo>
                  <a:pt x="33338" y="121563"/>
                  <a:pt x="35243" y="123587"/>
                  <a:pt x="37683" y="123825"/>
                </a:cubicBezTo>
                <a:lnTo>
                  <a:pt x="151983" y="133350"/>
                </a:lnTo>
                <a:cubicBezTo>
                  <a:pt x="152221" y="133350"/>
                  <a:pt x="152519" y="133350"/>
                  <a:pt x="152757" y="133350"/>
                </a:cubicBezTo>
                <a:lnTo>
                  <a:pt x="267057" y="123825"/>
                </a:lnTo>
                <a:cubicBezTo>
                  <a:pt x="269498" y="123646"/>
                  <a:pt x="271403" y="121563"/>
                  <a:pt x="271403" y="119062"/>
                </a:cubicBezTo>
                <a:cubicBezTo>
                  <a:pt x="271403" y="116562"/>
                  <a:pt x="269498" y="114538"/>
                  <a:pt x="267057" y="114300"/>
                </a:cubicBezTo>
                <a:lnTo>
                  <a:pt x="179427" y="106978"/>
                </a:lnTo>
                <a:lnTo>
                  <a:pt x="213598" y="50066"/>
                </a:lnTo>
                <a:cubicBezTo>
                  <a:pt x="214848" y="47982"/>
                  <a:pt x="214313" y="45244"/>
                  <a:pt x="212348" y="43815"/>
                </a:cubicBezTo>
                <a:cubicBezTo>
                  <a:pt x="210383" y="42386"/>
                  <a:pt x="207645" y="42624"/>
                  <a:pt x="205978" y="44410"/>
                </a:cubicBezTo>
                <a:lnTo>
                  <a:pt x="152400" y="102513"/>
                </a:lnTo>
                <a:lnTo>
                  <a:pt x="98762" y="44410"/>
                </a:lnTo>
                <a:cubicBezTo>
                  <a:pt x="97095" y="42624"/>
                  <a:pt x="94357" y="42386"/>
                  <a:pt x="92393" y="4381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749300" y="3416300"/>
            <a:ext cx="31369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CAD5E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بلاتيني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81050" y="3911600"/>
            <a:ext cx="307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Platinum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841221" y="4356100"/>
            <a:ext cx="953058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81050" y="4826000"/>
            <a:ext cx="307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خصم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624263" y="53213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AD5E2"/>
          </a:solidFill>
          <a:ln/>
        </p:spPr>
      </p:sp>
      <p:sp>
        <p:nvSpPr>
          <p:cNvPr id="46" name="Text 44"/>
          <p:cNvSpPr/>
          <p:nvPr/>
        </p:nvSpPr>
        <p:spPr>
          <a:xfrm>
            <a:off x="1054100" y="5283200"/>
            <a:ext cx="284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خصم 20% + مدير حساب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624263" y="56769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CAD5E2"/>
          </a:solidFill>
          <a:ln/>
        </p:spPr>
      </p:sp>
      <p:sp>
        <p:nvSpPr>
          <p:cNvPr id="48" name="Text 46"/>
          <p:cNvSpPr/>
          <p:nvPr/>
        </p:nvSpPr>
        <p:spPr>
          <a:xfrm>
            <a:off x="1054100" y="5638800"/>
            <a:ext cx="284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قائمة مخصصة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55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40" kern="0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TECHNOLOGY STACK —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37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التقنيات المستخدمة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337550" y="1784350"/>
            <a:ext cx="7404100" cy="1841500"/>
          </a:xfrm>
          <a:custGeom>
            <a:avLst/>
            <a:gdLst/>
            <a:ahLst/>
            <a:cxnLst/>
            <a:rect l="l" t="t" r="r" b="b"/>
            <a:pathLst>
              <a:path w="7404100" h="1841500">
                <a:moveTo>
                  <a:pt x="203191" y="0"/>
                </a:moveTo>
                <a:lnTo>
                  <a:pt x="7200909" y="0"/>
                </a:lnTo>
                <a:cubicBezTo>
                  <a:pt x="7313128" y="0"/>
                  <a:pt x="7404100" y="90972"/>
                  <a:pt x="7404100" y="203191"/>
                </a:cubicBezTo>
                <a:lnTo>
                  <a:pt x="7404100" y="1638309"/>
                </a:lnTo>
                <a:cubicBezTo>
                  <a:pt x="7404100" y="1750528"/>
                  <a:pt x="7313128" y="1841500"/>
                  <a:pt x="7200909" y="1841500"/>
                </a:cubicBezTo>
                <a:lnTo>
                  <a:pt x="203191" y="1841500"/>
                </a:lnTo>
                <a:cubicBezTo>
                  <a:pt x="90972" y="1841500"/>
                  <a:pt x="0" y="1750528"/>
                  <a:pt x="0" y="1638309"/>
                </a:cubicBezTo>
                <a:lnTo>
                  <a:pt x="0" y="203191"/>
                </a:lnTo>
                <a:cubicBezTo>
                  <a:pt x="0" y="91047"/>
                  <a:pt x="91047" y="0"/>
                  <a:pt x="203191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19300" y="20955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61DAFB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4887575" y="2260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11200" y="131862"/>
                </a:moveTo>
                <a:cubicBezTo>
                  <a:pt x="307181" y="130522"/>
                  <a:pt x="303163" y="129257"/>
                  <a:pt x="299145" y="128067"/>
                </a:cubicBezTo>
                <a:cubicBezTo>
                  <a:pt x="299814" y="125313"/>
                  <a:pt x="300410" y="122560"/>
                  <a:pt x="301005" y="119807"/>
                </a:cubicBezTo>
                <a:cubicBezTo>
                  <a:pt x="310158" y="75456"/>
                  <a:pt x="304130" y="39812"/>
                  <a:pt x="283815" y="28054"/>
                </a:cubicBezTo>
                <a:cubicBezTo>
                  <a:pt x="264244" y="16818"/>
                  <a:pt x="232321" y="28501"/>
                  <a:pt x="200025" y="56629"/>
                </a:cubicBezTo>
                <a:cubicBezTo>
                  <a:pt x="196825" y="59382"/>
                  <a:pt x="193700" y="62285"/>
                  <a:pt x="190723" y="65187"/>
                </a:cubicBezTo>
                <a:cubicBezTo>
                  <a:pt x="188714" y="63252"/>
                  <a:pt x="186630" y="61317"/>
                  <a:pt x="184547" y="59457"/>
                </a:cubicBezTo>
                <a:cubicBezTo>
                  <a:pt x="150688" y="29394"/>
                  <a:pt x="116756" y="16743"/>
                  <a:pt x="96441" y="28575"/>
                </a:cubicBezTo>
                <a:cubicBezTo>
                  <a:pt x="76944" y="39886"/>
                  <a:pt x="71140" y="73447"/>
                  <a:pt x="79325" y="115416"/>
                </a:cubicBezTo>
                <a:cubicBezTo>
                  <a:pt x="80144" y="119583"/>
                  <a:pt x="81037" y="123676"/>
                  <a:pt x="82079" y="127843"/>
                </a:cubicBezTo>
                <a:cubicBezTo>
                  <a:pt x="77316" y="129183"/>
                  <a:pt x="72628" y="130671"/>
                  <a:pt x="68238" y="132234"/>
                </a:cubicBezTo>
                <a:cubicBezTo>
                  <a:pt x="28501" y="146000"/>
                  <a:pt x="0" y="167729"/>
                  <a:pt x="0" y="190202"/>
                </a:cubicBezTo>
                <a:cubicBezTo>
                  <a:pt x="0" y="213420"/>
                  <a:pt x="30361" y="236711"/>
                  <a:pt x="71661" y="250850"/>
                </a:cubicBezTo>
                <a:cubicBezTo>
                  <a:pt x="75009" y="251966"/>
                  <a:pt x="78358" y="253082"/>
                  <a:pt x="81781" y="254050"/>
                </a:cubicBezTo>
                <a:cubicBezTo>
                  <a:pt x="80665" y="258514"/>
                  <a:pt x="79697" y="262905"/>
                  <a:pt x="78804" y="267444"/>
                </a:cubicBezTo>
                <a:cubicBezTo>
                  <a:pt x="70991" y="308744"/>
                  <a:pt x="77093" y="341486"/>
                  <a:pt x="96589" y="352723"/>
                </a:cubicBezTo>
                <a:cubicBezTo>
                  <a:pt x="116681" y="364331"/>
                  <a:pt x="150465" y="352425"/>
                  <a:pt x="183356" y="323627"/>
                </a:cubicBezTo>
                <a:cubicBezTo>
                  <a:pt x="185961" y="321320"/>
                  <a:pt x="188565" y="318939"/>
                  <a:pt x="191170" y="316409"/>
                </a:cubicBezTo>
                <a:cubicBezTo>
                  <a:pt x="194444" y="319608"/>
                  <a:pt x="197867" y="322659"/>
                  <a:pt x="201290" y="325636"/>
                </a:cubicBezTo>
                <a:cubicBezTo>
                  <a:pt x="233139" y="353020"/>
                  <a:pt x="264616" y="364108"/>
                  <a:pt x="284038" y="352871"/>
                </a:cubicBezTo>
                <a:cubicBezTo>
                  <a:pt x="304130" y="341263"/>
                  <a:pt x="310679" y="306065"/>
                  <a:pt x="302196" y="263203"/>
                </a:cubicBezTo>
                <a:cubicBezTo>
                  <a:pt x="301526" y="259928"/>
                  <a:pt x="300782" y="256580"/>
                  <a:pt x="299963" y="253157"/>
                </a:cubicBezTo>
                <a:cubicBezTo>
                  <a:pt x="302344" y="252487"/>
                  <a:pt x="304651" y="251743"/>
                  <a:pt x="306958" y="250999"/>
                </a:cubicBezTo>
                <a:cubicBezTo>
                  <a:pt x="349895" y="236786"/>
                  <a:pt x="381000" y="213792"/>
                  <a:pt x="381000" y="190202"/>
                </a:cubicBezTo>
                <a:cubicBezTo>
                  <a:pt x="381000" y="167655"/>
                  <a:pt x="351681" y="145777"/>
                  <a:pt x="311200" y="131862"/>
                </a:cubicBezTo>
                <a:close/>
                <a:moveTo>
                  <a:pt x="210517" y="68684"/>
                </a:moveTo>
                <a:cubicBezTo>
                  <a:pt x="238199" y="44574"/>
                  <a:pt x="264021" y="35123"/>
                  <a:pt x="275779" y="41895"/>
                </a:cubicBezTo>
                <a:cubicBezTo>
                  <a:pt x="288354" y="49113"/>
                  <a:pt x="293191" y="78284"/>
                  <a:pt x="285304" y="116607"/>
                </a:cubicBezTo>
                <a:cubicBezTo>
                  <a:pt x="284783" y="119137"/>
                  <a:pt x="284262" y="121593"/>
                  <a:pt x="283592" y="124048"/>
                </a:cubicBezTo>
                <a:cubicBezTo>
                  <a:pt x="267072" y="120328"/>
                  <a:pt x="250329" y="117649"/>
                  <a:pt x="233511" y="116160"/>
                </a:cubicBezTo>
                <a:cubicBezTo>
                  <a:pt x="223837" y="102319"/>
                  <a:pt x="213271" y="89074"/>
                  <a:pt x="201811" y="76646"/>
                </a:cubicBezTo>
                <a:cubicBezTo>
                  <a:pt x="204713" y="73893"/>
                  <a:pt x="207541" y="71289"/>
                  <a:pt x="210517" y="68684"/>
                </a:cubicBezTo>
                <a:close/>
                <a:moveTo>
                  <a:pt x="124420" y="228823"/>
                </a:moveTo>
                <a:cubicBezTo>
                  <a:pt x="128215" y="235297"/>
                  <a:pt x="132085" y="241771"/>
                  <a:pt x="136178" y="248096"/>
                </a:cubicBezTo>
                <a:cubicBezTo>
                  <a:pt x="124569" y="246831"/>
                  <a:pt x="113035" y="244971"/>
                  <a:pt x="101650" y="242515"/>
                </a:cubicBezTo>
                <a:cubicBezTo>
                  <a:pt x="104924" y="231800"/>
                  <a:pt x="109017" y="220712"/>
                  <a:pt x="113779" y="209401"/>
                </a:cubicBezTo>
                <a:cubicBezTo>
                  <a:pt x="117202" y="215950"/>
                  <a:pt x="120700" y="222424"/>
                  <a:pt x="124420" y="228823"/>
                </a:cubicBezTo>
                <a:close/>
                <a:moveTo>
                  <a:pt x="101873" y="139303"/>
                </a:moveTo>
                <a:cubicBezTo>
                  <a:pt x="112588" y="136922"/>
                  <a:pt x="123974" y="134987"/>
                  <a:pt x="135806" y="133499"/>
                </a:cubicBezTo>
                <a:cubicBezTo>
                  <a:pt x="131862" y="139675"/>
                  <a:pt x="127992" y="146000"/>
                  <a:pt x="124346" y="152400"/>
                </a:cubicBezTo>
                <a:cubicBezTo>
                  <a:pt x="120700" y="158725"/>
                  <a:pt x="117128" y="165199"/>
                  <a:pt x="113779" y="171748"/>
                </a:cubicBezTo>
                <a:cubicBezTo>
                  <a:pt x="109091" y="160660"/>
                  <a:pt x="105147" y="149796"/>
                  <a:pt x="101873" y="139303"/>
                </a:cubicBezTo>
                <a:close/>
                <a:moveTo>
                  <a:pt x="122262" y="190574"/>
                </a:moveTo>
                <a:cubicBezTo>
                  <a:pt x="127174" y="180305"/>
                  <a:pt x="132531" y="170259"/>
                  <a:pt x="138187" y="160362"/>
                </a:cubicBezTo>
                <a:cubicBezTo>
                  <a:pt x="143842" y="150465"/>
                  <a:pt x="149944" y="140866"/>
                  <a:pt x="156344" y="131415"/>
                </a:cubicBezTo>
                <a:cubicBezTo>
                  <a:pt x="167506" y="130597"/>
                  <a:pt x="178891" y="130150"/>
                  <a:pt x="190500" y="130150"/>
                </a:cubicBezTo>
                <a:cubicBezTo>
                  <a:pt x="202109" y="130150"/>
                  <a:pt x="213568" y="130597"/>
                  <a:pt x="224656" y="131415"/>
                </a:cubicBezTo>
                <a:cubicBezTo>
                  <a:pt x="230981" y="140791"/>
                  <a:pt x="237009" y="150391"/>
                  <a:pt x="242739" y="160213"/>
                </a:cubicBezTo>
                <a:cubicBezTo>
                  <a:pt x="248469" y="170036"/>
                  <a:pt x="253826" y="180082"/>
                  <a:pt x="258887" y="190277"/>
                </a:cubicBezTo>
                <a:cubicBezTo>
                  <a:pt x="253901" y="200546"/>
                  <a:pt x="248543" y="210666"/>
                  <a:pt x="242813" y="220638"/>
                </a:cubicBezTo>
                <a:cubicBezTo>
                  <a:pt x="237158" y="230535"/>
                  <a:pt x="231130" y="240134"/>
                  <a:pt x="224805" y="249659"/>
                </a:cubicBezTo>
                <a:cubicBezTo>
                  <a:pt x="213717" y="250478"/>
                  <a:pt x="202183" y="250850"/>
                  <a:pt x="190500" y="250850"/>
                </a:cubicBezTo>
                <a:cubicBezTo>
                  <a:pt x="178817" y="250850"/>
                  <a:pt x="167506" y="250478"/>
                  <a:pt x="156567" y="249808"/>
                </a:cubicBezTo>
                <a:cubicBezTo>
                  <a:pt x="150093" y="240357"/>
                  <a:pt x="143991" y="230684"/>
                  <a:pt x="138261" y="220787"/>
                </a:cubicBezTo>
                <a:cubicBezTo>
                  <a:pt x="132531" y="210889"/>
                  <a:pt x="127248" y="200844"/>
                  <a:pt x="122262" y="190574"/>
                </a:cubicBezTo>
                <a:close/>
                <a:moveTo>
                  <a:pt x="256654" y="228674"/>
                </a:moveTo>
                <a:cubicBezTo>
                  <a:pt x="260449" y="222126"/>
                  <a:pt x="264021" y="215503"/>
                  <a:pt x="267519" y="208806"/>
                </a:cubicBezTo>
                <a:cubicBezTo>
                  <a:pt x="272281" y="219596"/>
                  <a:pt x="276448" y="230535"/>
                  <a:pt x="280095" y="241771"/>
                </a:cubicBezTo>
                <a:cubicBezTo>
                  <a:pt x="268560" y="244376"/>
                  <a:pt x="256877" y="246385"/>
                  <a:pt x="245120" y="247724"/>
                </a:cubicBezTo>
                <a:cubicBezTo>
                  <a:pt x="249138" y="241474"/>
                  <a:pt x="252933" y="235074"/>
                  <a:pt x="256654" y="228674"/>
                </a:cubicBezTo>
                <a:close/>
                <a:moveTo>
                  <a:pt x="267370" y="171748"/>
                </a:moveTo>
                <a:cubicBezTo>
                  <a:pt x="263872" y="165199"/>
                  <a:pt x="260300" y="158651"/>
                  <a:pt x="256580" y="152251"/>
                </a:cubicBezTo>
                <a:cubicBezTo>
                  <a:pt x="252933" y="145926"/>
                  <a:pt x="249138" y="139675"/>
                  <a:pt x="245194" y="133499"/>
                </a:cubicBezTo>
                <a:cubicBezTo>
                  <a:pt x="257175" y="134987"/>
                  <a:pt x="268635" y="136996"/>
                  <a:pt x="279350" y="139452"/>
                </a:cubicBezTo>
                <a:cubicBezTo>
                  <a:pt x="275927" y="150465"/>
                  <a:pt x="271909" y="161181"/>
                  <a:pt x="267370" y="171748"/>
                </a:cubicBezTo>
                <a:close/>
                <a:moveTo>
                  <a:pt x="190649" y="88032"/>
                </a:moveTo>
                <a:cubicBezTo>
                  <a:pt x="198462" y="96515"/>
                  <a:pt x="205829" y="105445"/>
                  <a:pt x="212675" y="114672"/>
                </a:cubicBezTo>
                <a:cubicBezTo>
                  <a:pt x="197941" y="114002"/>
                  <a:pt x="183133" y="114002"/>
                  <a:pt x="168399" y="114672"/>
                </a:cubicBezTo>
                <a:cubicBezTo>
                  <a:pt x="175692" y="105073"/>
                  <a:pt x="183207" y="96143"/>
                  <a:pt x="190649" y="88032"/>
                </a:cubicBezTo>
                <a:close/>
                <a:moveTo>
                  <a:pt x="104329" y="42416"/>
                </a:moveTo>
                <a:cubicBezTo>
                  <a:pt x="116830" y="35123"/>
                  <a:pt x="144587" y="45541"/>
                  <a:pt x="173831" y="71438"/>
                </a:cubicBezTo>
                <a:cubicBezTo>
                  <a:pt x="175692" y="73075"/>
                  <a:pt x="177552" y="74861"/>
                  <a:pt x="179487" y="76646"/>
                </a:cubicBezTo>
                <a:cubicBezTo>
                  <a:pt x="167953" y="89074"/>
                  <a:pt x="157311" y="102319"/>
                  <a:pt x="147563" y="116160"/>
                </a:cubicBezTo>
                <a:cubicBezTo>
                  <a:pt x="130746" y="117649"/>
                  <a:pt x="114077" y="120253"/>
                  <a:pt x="97557" y="123899"/>
                </a:cubicBezTo>
                <a:cubicBezTo>
                  <a:pt x="96589" y="120104"/>
                  <a:pt x="95771" y="116235"/>
                  <a:pt x="94952" y="112365"/>
                </a:cubicBezTo>
                <a:cubicBezTo>
                  <a:pt x="87957" y="76349"/>
                  <a:pt x="92571" y="49188"/>
                  <a:pt x="104329" y="42416"/>
                </a:cubicBezTo>
                <a:close/>
                <a:moveTo>
                  <a:pt x="86097" y="238571"/>
                </a:moveTo>
                <a:cubicBezTo>
                  <a:pt x="82972" y="237679"/>
                  <a:pt x="79921" y="236711"/>
                  <a:pt x="76870" y="235669"/>
                </a:cubicBezTo>
                <a:cubicBezTo>
                  <a:pt x="61020" y="230684"/>
                  <a:pt x="43011" y="222796"/>
                  <a:pt x="29989" y="212452"/>
                </a:cubicBezTo>
                <a:cubicBezTo>
                  <a:pt x="22473" y="207243"/>
                  <a:pt x="17413" y="199206"/>
                  <a:pt x="15999" y="190202"/>
                </a:cubicBezTo>
                <a:cubicBezTo>
                  <a:pt x="15999" y="176585"/>
                  <a:pt x="39514" y="159172"/>
                  <a:pt x="73447" y="147340"/>
                </a:cubicBezTo>
                <a:cubicBezTo>
                  <a:pt x="77688" y="145852"/>
                  <a:pt x="82004" y="144512"/>
                  <a:pt x="86320" y="143247"/>
                </a:cubicBezTo>
                <a:cubicBezTo>
                  <a:pt x="91380" y="159395"/>
                  <a:pt x="97482" y="175245"/>
                  <a:pt x="104552" y="190574"/>
                </a:cubicBezTo>
                <a:cubicBezTo>
                  <a:pt x="97408" y="206127"/>
                  <a:pt x="91232" y="222200"/>
                  <a:pt x="86097" y="238571"/>
                </a:cubicBezTo>
                <a:close/>
                <a:moveTo>
                  <a:pt x="172864" y="311497"/>
                </a:moveTo>
                <a:cubicBezTo>
                  <a:pt x="160586" y="322734"/>
                  <a:pt x="146372" y="331663"/>
                  <a:pt x="130894" y="337765"/>
                </a:cubicBezTo>
                <a:cubicBezTo>
                  <a:pt x="122634" y="341709"/>
                  <a:pt x="113109" y="342081"/>
                  <a:pt x="104626" y="338733"/>
                </a:cubicBezTo>
                <a:cubicBezTo>
                  <a:pt x="92794" y="331887"/>
                  <a:pt x="87883" y="305619"/>
                  <a:pt x="94580" y="270272"/>
                </a:cubicBezTo>
                <a:cubicBezTo>
                  <a:pt x="95399" y="266105"/>
                  <a:pt x="96292" y="261938"/>
                  <a:pt x="97334" y="257845"/>
                </a:cubicBezTo>
                <a:cubicBezTo>
                  <a:pt x="114002" y="261417"/>
                  <a:pt x="130820" y="263872"/>
                  <a:pt x="147861" y="265137"/>
                </a:cubicBezTo>
                <a:cubicBezTo>
                  <a:pt x="157683" y="279053"/>
                  <a:pt x="168473" y="292373"/>
                  <a:pt x="180008" y="304874"/>
                </a:cubicBezTo>
                <a:cubicBezTo>
                  <a:pt x="177626" y="307181"/>
                  <a:pt x="175245" y="309414"/>
                  <a:pt x="172864" y="311497"/>
                </a:cubicBezTo>
                <a:close/>
                <a:moveTo>
                  <a:pt x="191095" y="293415"/>
                </a:moveTo>
                <a:cubicBezTo>
                  <a:pt x="183505" y="285229"/>
                  <a:pt x="175915" y="276151"/>
                  <a:pt x="168548" y="266402"/>
                </a:cubicBezTo>
                <a:cubicBezTo>
                  <a:pt x="175692" y="266700"/>
                  <a:pt x="183059" y="266849"/>
                  <a:pt x="190500" y="266849"/>
                </a:cubicBezTo>
                <a:cubicBezTo>
                  <a:pt x="198165" y="266849"/>
                  <a:pt x="205680" y="266700"/>
                  <a:pt x="213122" y="266328"/>
                </a:cubicBezTo>
                <a:cubicBezTo>
                  <a:pt x="206276" y="275779"/>
                  <a:pt x="198909" y="284783"/>
                  <a:pt x="191095" y="293415"/>
                </a:cubicBezTo>
                <a:close/>
                <a:moveTo>
                  <a:pt x="288354" y="315739"/>
                </a:moveTo>
                <a:cubicBezTo>
                  <a:pt x="287685" y="324817"/>
                  <a:pt x="283220" y="333301"/>
                  <a:pt x="276076" y="339030"/>
                </a:cubicBezTo>
                <a:cubicBezTo>
                  <a:pt x="264244" y="345877"/>
                  <a:pt x="239018" y="336947"/>
                  <a:pt x="211782" y="313581"/>
                </a:cubicBezTo>
                <a:cubicBezTo>
                  <a:pt x="208657" y="310902"/>
                  <a:pt x="205532" y="308000"/>
                  <a:pt x="202332" y="305023"/>
                </a:cubicBezTo>
                <a:cubicBezTo>
                  <a:pt x="213717" y="292447"/>
                  <a:pt x="224210" y="279127"/>
                  <a:pt x="233735" y="265137"/>
                </a:cubicBezTo>
                <a:cubicBezTo>
                  <a:pt x="250775" y="263723"/>
                  <a:pt x="267742" y="261119"/>
                  <a:pt x="284485" y="257324"/>
                </a:cubicBezTo>
                <a:cubicBezTo>
                  <a:pt x="285229" y="260375"/>
                  <a:pt x="285899" y="263426"/>
                  <a:pt x="286494" y="266402"/>
                </a:cubicBezTo>
                <a:cubicBezTo>
                  <a:pt x="290140" y="282476"/>
                  <a:pt x="290736" y="299219"/>
                  <a:pt x="288354" y="315739"/>
                </a:cubicBezTo>
                <a:close/>
                <a:moveTo>
                  <a:pt x="301898" y="235744"/>
                </a:moveTo>
                <a:cubicBezTo>
                  <a:pt x="299814" y="236413"/>
                  <a:pt x="297731" y="237083"/>
                  <a:pt x="295573" y="237679"/>
                </a:cubicBezTo>
                <a:cubicBezTo>
                  <a:pt x="290364" y="221456"/>
                  <a:pt x="283964" y="205606"/>
                  <a:pt x="276597" y="190202"/>
                </a:cubicBezTo>
                <a:cubicBezTo>
                  <a:pt x="283741" y="175022"/>
                  <a:pt x="289768" y="159395"/>
                  <a:pt x="294829" y="143396"/>
                </a:cubicBezTo>
                <a:cubicBezTo>
                  <a:pt x="298698" y="144512"/>
                  <a:pt x="302419" y="145703"/>
                  <a:pt x="305991" y="146893"/>
                </a:cubicBezTo>
                <a:cubicBezTo>
                  <a:pt x="340668" y="158800"/>
                  <a:pt x="365001" y="176510"/>
                  <a:pt x="365001" y="190054"/>
                </a:cubicBezTo>
                <a:cubicBezTo>
                  <a:pt x="365001" y="204639"/>
                  <a:pt x="339030" y="223465"/>
                  <a:pt x="301898" y="235744"/>
                </a:cubicBezTo>
                <a:close/>
                <a:moveTo>
                  <a:pt x="190500" y="224582"/>
                </a:moveTo>
                <a:cubicBezTo>
                  <a:pt x="209310" y="224582"/>
                  <a:pt x="224582" y="209310"/>
                  <a:pt x="224582" y="190500"/>
                </a:cubicBezTo>
                <a:cubicBezTo>
                  <a:pt x="224582" y="171690"/>
                  <a:pt x="209310" y="156418"/>
                  <a:pt x="190500" y="156418"/>
                </a:cubicBezTo>
                <a:cubicBezTo>
                  <a:pt x="171690" y="156418"/>
                  <a:pt x="156418" y="171690"/>
                  <a:pt x="156418" y="190500"/>
                </a:cubicBezTo>
                <a:cubicBezTo>
                  <a:pt x="156418" y="209310"/>
                  <a:pt x="171690" y="224582"/>
                  <a:pt x="190500" y="224582"/>
                </a:cubicBez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7" name="Text 5"/>
          <p:cNvSpPr/>
          <p:nvPr/>
        </p:nvSpPr>
        <p:spPr>
          <a:xfrm>
            <a:off x="12623205" y="2120900"/>
            <a:ext cx="201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React 18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23205" y="2476500"/>
            <a:ext cx="199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Framework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48700" y="3009900"/>
            <a:ext cx="688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مكتبة JavaScript حديثة لبناء واجهات مستخدم تفاعلية وديناميكية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37550" y="3892550"/>
            <a:ext cx="7404100" cy="1841500"/>
          </a:xfrm>
          <a:custGeom>
            <a:avLst/>
            <a:gdLst/>
            <a:ahLst/>
            <a:cxnLst/>
            <a:rect l="l" t="t" r="r" b="b"/>
            <a:pathLst>
              <a:path w="7404100" h="1841500">
                <a:moveTo>
                  <a:pt x="203191" y="0"/>
                </a:moveTo>
                <a:lnTo>
                  <a:pt x="7200909" y="0"/>
                </a:lnTo>
                <a:cubicBezTo>
                  <a:pt x="7313128" y="0"/>
                  <a:pt x="7404100" y="90972"/>
                  <a:pt x="7404100" y="203191"/>
                </a:cubicBezTo>
                <a:lnTo>
                  <a:pt x="7404100" y="1638309"/>
                </a:lnTo>
                <a:cubicBezTo>
                  <a:pt x="7404100" y="1750528"/>
                  <a:pt x="7313128" y="1841500"/>
                  <a:pt x="7200909" y="1841500"/>
                </a:cubicBezTo>
                <a:lnTo>
                  <a:pt x="203191" y="1841500"/>
                </a:lnTo>
                <a:cubicBezTo>
                  <a:pt x="90972" y="1841500"/>
                  <a:pt x="0" y="1750528"/>
                  <a:pt x="0" y="1638309"/>
                </a:cubicBezTo>
                <a:lnTo>
                  <a:pt x="0" y="203191"/>
                </a:lnTo>
                <a:cubicBezTo>
                  <a:pt x="0" y="91047"/>
                  <a:pt x="91047" y="0"/>
                  <a:pt x="203191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719300" y="42037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178C6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911388" y="43688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0" y="23812"/>
                </a:moveTo>
                <a:lnTo>
                  <a:pt x="0" y="357188"/>
                </a:lnTo>
                <a:lnTo>
                  <a:pt x="333375" y="357188"/>
                </a:lnTo>
                <a:lnTo>
                  <a:pt x="333375" y="23812"/>
                </a:lnTo>
                <a:lnTo>
                  <a:pt x="0" y="23812"/>
                </a:lnTo>
                <a:close/>
                <a:moveTo>
                  <a:pt x="181421" y="283815"/>
                </a:moveTo>
                <a:cubicBezTo>
                  <a:pt x="181421" y="316260"/>
                  <a:pt x="162371" y="331068"/>
                  <a:pt x="134615" y="331068"/>
                </a:cubicBezTo>
                <a:cubicBezTo>
                  <a:pt x="109537" y="331068"/>
                  <a:pt x="95027" y="318120"/>
                  <a:pt x="87585" y="302419"/>
                </a:cubicBezTo>
                <a:lnTo>
                  <a:pt x="113109" y="287015"/>
                </a:lnTo>
                <a:cubicBezTo>
                  <a:pt x="118021" y="295721"/>
                  <a:pt x="122486" y="303088"/>
                  <a:pt x="133276" y="303088"/>
                </a:cubicBezTo>
                <a:cubicBezTo>
                  <a:pt x="143545" y="303088"/>
                  <a:pt x="150093" y="299070"/>
                  <a:pt x="150093" y="283369"/>
                </a:cubicBezTo>
                <a:lnTo>
                  <a:pt x="150093" y="176882"/>
                </a:lnTo>
                <a:lnTo>
                  <a:pt x="181421" y="176882"/>
                </a:lnTo>
                <a:lnTo>
                  <a:pt x="181421" y="283815"/>
                </a:lnTo>
                <a:close/>
                <a:moveTo>
                  <a:pt x="255538" y="331068"/>
                </a:moveTo>
                <a:cubicBezTo>
                  <a:pt x="226442" y="331068"/>
                  <a:pt x="207615" y="317227"/>
                  <a:pt x="198462" y="299070"/>
                </a:cubicBezTo>
                <a:lnTo>
                  <a:pt x="223986" y="284336"/>
                </a:lnTo>
                <a:cubicBezTo>
                  <a:pt x="230684" y="295275"/>
                  <a:pt x="239464" y="303386"/>
                  <a:pt x="254868" y="303386"/>
                </a:cubicBezTo>
                <a:cubicBezTo>
                  <a:pt x="267816" y="303386"/>
                  <a:pt x="276151" y="296912"/>
                  <a:pt x="276151" y="287908"/>
                </a:cubicBezTo>
                <a:cubicBezTo>
                  <a:pt x="276151" y="277192"/>
                  <a:pt x="267667" y="273397"/>
                  <a:pt x="253305" y="267072"/>
                </a:cubicBezTo>
                <a:lnTo>
                  <a:pt x="245492" y="263723"/>
                </a:lnTo>
                <a:cubicBezTo>
                  <a:pt x="222870" y="254124"/>
                  <a:pt x="207913" y="241995"/>
                  <a:pt x="207913" y="216471"/>
                </a:cubicBezTo>
                <a:cubicBezTo>
                  <a:pt x="207913" y="192956"/>
                  <a:pt x="225847" y="175096"/>
                  <a:pt x="253752" y="175096"/>
                </a:cubicBezTo>
                <a:cubicBezTo>
                  <a:pt x="273695" y="175096"/>
                  <a:pt x="287982" y="182017"/>
                  <a:pt x="298252" y="200174"/>
                </a:cubicBezTo>
                <a:lnTo>
                  <a:pt x="273844" y="215801"/>
                </a:lnTo>
                <a:cubicBezTo>
                  <a:pt x="268486" y="206201"/>
                  <a:pt x="262682" y="202406"/>
                  <a:pt x="253678" y="202406"/>
                </a:cubicBezTo>
                <a:cubicBezTo>
                  <a:pt x="244525" y="202406"/>
                  <a:pt x="238720" y="208211"/>
                  <a:pt x="238720" y="215801"/>
                </a:cubicBezTo>
                <a:cubicBezTo>
                  <a:pt x="238720" y="225177"/>
                  <a:pt x="244525" y="228972"/>
                  <a:pt x="257994" y="234851"/>
                </a:cubicBezTo>
                <a:lnTo>
                  <a:pt x="265807" y="238199"/>
                </a:lnTo>
                <a:cubicBezTo>
                  <a:pt x="292447" y="249585"/>
                  <a:pt x="307404" y="261268"/>
                  <a:pt x="307404" y="287462"/>
                </a:cubicBezTo>
                <a:cubicBezTo>
                  <a:pt x="307404" y="315590"/>
                  <a:pt x="285229" y="331068"/>
                  <a:pt x="255538" y="331068"/>
                </a:cubicBezTo>
                <a:close/>
              </a:path>
            </a:pathLst>
          </a:custGeom>
          <a:solidFill>
            <a:srgbClr val="3178C6"/>
          </a:solidFill>
          <a:ln/>
        </p:spPr>
      </p:sp>
      <p:sp>
        <p:nvSpPr>
          <p:cNvPr id="13" name="Text 11"/>
          <p:cNvSpPr/>
          <p:nvPr/>
        </p:nvSpPr>
        <p:spPr>
          <a:xfrm>
            <a:off x="13203436" y="4229100"/>
            <a:ext cx="143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03436" y="4584700"/>
            <a:ext cx="140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 Safety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48700" y="5118100"/>
            <a:ext cx="688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لغة برمجة قوية توفر الأمان والكشف المبكر عن الأخطاء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37550" y="6000750"/>
            <a:ext cx="7404100" cy="1841500"/>
          </a:xfrm>
          <a:custGeom>
            <a:avLst/>
            <a:gdLst/>
            <a:ahLst/>
            <a:cxnLst/>
            <a:rect l="l" t="t" r="r" b="b"/>
            <a:pathLst>
              <a:path w="7404100" h="1841500">
                <a:moveTo>
                  <a:pt x="203191" y="0"/>
                </a:moveTo>
                <a:lnTo>
                  <a:pt x="7200909" y="0"/>
                </a:lnTo>
                <a:cubicBezTo>
                  <a:pt x="7313128" y="0"/>
                  <a:pt x="7404100" y="90972"/>
                  <a:pt x="7404100" y="203191"/>
                </a:cubicBezTo>
                <a:lnTo>
                  <a:pt x="7404100" y="1638309"/>
                </a:lnTo>
                <a:cubicBezTo>
                  <a:pt x="7404100" y="1750528"/>
                  <a:pt x="7313128" y="1841500"/>
                  <a:pt x="7200909" y="1841500"/>
                </a:cubicBezTo>
                <a:lnTo>
                  <a:pt x="203191" y="1841500"/>
                </a:lnTo>
                <a:cubicBezTo>
                  <a:pt x="90972" y="1841500"/>
                  <a:pt x="0" y="1750528"/>
                  <a:pt x="0" y="1638309"/>
                </a:cubicBezTo>
                <a:lnTo>
                  <a:pt x="0" y="203191"/>
                </a:lnTo>
                <a:cubicBezTo>
                  <a:pt x="0" y="91047"/>
                  <a:pt x="91047" y="0"/>
                  <a:pt x="203191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719300" y="63119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887575" y="647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14313" y="23812"/>
                </a:moveTo>
                <a:cubicBezTo>
                  <a:pt x="214313" y="36984"/>
                  <a:pt x="224954" y="47625"/>
                  <a:pt x="238125" y="47625"/>
                </a:cubicBezTo>
                <a:lnTo>
                  <a:pt x="267891" y="47625"/>
                </a:lnTo>
                <a:cubicBezTo>
                  <a:pt x="277788" y="47625"/>
                  <a:pt x="285750" y="55587"/>
                  <a:pt x="285750" y="65484"/>
                </a:cubicBezTo>
                <a:cubicBezTo>
                  <a:pt x="285750" y="75381"/>
                  <a:pt x="277788" y="83344"/>
                  <a:pt x="267891" y="83344"/>
                </a:cubicBezTo>
                <a:lnTo>
                  <a:pt x="23812" y="83344"/>
                </a:lnTo>
                <a:cubicBezTo>
                  <a:pt x="10641" y="83344"/>
                  <a:pt x="0" y="93985"/>
                  <a:pt x="0" y="107156"/>
                </a:cubicBezTo>
                <a:cubicBezTo>
                  <a:pt x="0" y="120328"/>
                  <a:pt x="10641" y="130969"/>
                  <a:pt x="23812" y="130969"/>
                </a:cubicBezTo>
                <a:lnTo>
                  <a:pt x="267891" y="130969"/>
                </a:lnTo>
                <a:cubicBezTo>
                  <a:pt x="304056" y="130969"/>
                  <a:pt x="333375" y="101650"/>
                  <a:pt x="333375" y="65484"/>
                </a:cubicBezTo>
                <a:cubicBezTo>
                  <a:pt x="333375" y="29319"/>
                  <a:pt x="304056" y="0"/>
                  <a:pt x="267891" y="0"/>
                </a:cubicBezTo>
                <a:lnTo>
                  <a:pt x="238125" y="0"/>
                </a:lnTo>
                <a:cubicBezTo>
                  <a:pt x="224954" y="0"/>
                  <a:pt x="214313" y="10641"/>
                  <a:pt x="214313" y="23812"/>
                </a:cubicBezTo>
                <a:close/>
                <a:moveTo>
                  <a:pt x="261938" y="285750"/>
                </a:moveTo>
                <a:cubicBezTo>
                  <a:pt x="261938" y="298921"/>
                  <a:pt x="272579" y="309563"/>
                  <a:pt x="285750" y="309563"/>
                </a:cubicBezTo>
                <a:lnTo>
                  <a:pt x="309563" y="309563"/>
                </a:lnTo>
                <a:cubicBezTo>
                  <a:pt x="349002" y="309563"/>
                  <a:pt x="381000" y="277564"/>
                  <a:pt x="381000" y="238125"/>
                </a:cubicBezTo>
                <a:cubicBezTo>
                  <a:pt x="381000" y="198686"/>
                  <a:pt x="349002" y="166688"/>
                  <a:pt x="309563" y="166688"/>
                </a:cubicBez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309563" y="214313"/>
                </a:lnTo>
                <a:cubicBezTo>
                  <a:pt x="322734" y="214313"/>
                  <a:pt x="333375" y="224954"/>
                  <a:pt x="333375" y="238125"/>
                </a:cubicBezTo>
                <a:cubicBezTo>
                  <a:pt x="333375" y="251296"/>
                  <a:pt x="322734" y="261938"/>
                  <a:pt x="309563" y="261938"/>
                </a:cubicBezTo>
                <a:lnTo>
                  <a:pt x="285750" y="261938"/>
                </a:lnTo>
                <a:cubicBezTo>
                  <a:pt x="272579" y="261938"/>
                  <a:pt x="261938" y="272579"/>
                  <a:pt x="261938" y="285750"/>
                </a:cubicBezTo>
                <a:close/>
                <a:moveTo>
                  <a:pt x="95250" y="381000"/>
                </a:moveTo>
                <a:lnTo>
                  <a:pt x="125016" y="381000"/>
                </a:lnTo>
                <a:cubicBezTo>
                  <a:pt x="161181" y="381000"/>
                  <a:pt x="190500" y="351681"/>
                  <a:pt x="190500" y="315516"/>
                </a:cubicBezTo>
                <a:cubicBezTo>
                  <a:pt x="190500" y="279350"/>
                  <a:pt x="161181" y="250031"/>
                  <a:pt x="125016" y="250031"/>
                </a:cubicBezTo>
                <a:lnTo>
                  <a:pt x="23812" y="250031"/>
                </a:lnTo>
                <a:cubicBezTo>
                  <a:pt x="10641" y="250031"/>
                  <a:pt x="0" y="260672"/>
                  <a:pt x="0" y="273844"/>
                </a:cubicBezTo>
                <a:cubicBezTo>
                  <a:pt x="0" y="287015"/>
                  <a:pt x="10641" y="297656"/>
                  <a:pt x="23812" y="297656"/>
                </a:cubicBezTo>
                <a:lnTo>
                  <a:pt x="125016" y="297656"/>
                </a:lnTo>
                <a:cubicBezTo>
                  <a:pt x="134913" y="297656"/>
                  <a:pt x="142875" y="305619"/>
                  <a:pt x="142875" y="315516"/>
                </a:cubicBezTo>
                <a:cubicBezTo>
                  <a:pt x="142875" y="325413"/>
                  <a:pt x="134913" y="333375"/>
                  <a:pt x="125016" y="333375"/>
                </a:cubicBezTo>
                <a:lnTo>
                  <a:pt x="95250" y="333375"/>
                </a:lnTo>
                <a:cubicBezTo>
                  <a:pt x="82079" y="333375"/>
                  <a:pt x="71438" y="344016"/>
                  <a:pt x="71438" y="357188"/>
                </a:cubicBezTo>
                <a:cubicBezTo>
                  <a:pt x="71438" y="370359"/>
                  <a:pt x="82079" y="381000"/>
                  <a:pt x="95250" y="38100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9" name="Text 17"/>
          <p:cNvSpPr/>
          <p:nvPr/>
        </p:nvSpPr>
        <p:spPr>
          <a:xfrm>
            <a:off x="12898438" y="6337300"/>
            <a:ext cx="173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98438" y="6692900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Styling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48700" y="7226300"/>
            <a:ext cx="688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إطار عمل CSS حديث لتصميم سريع ومرن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4350" y="1784350"/>
            <a:ext cx="7404100" cy="1841500"/>
          </a:xfrm>
          <a:custGeom>
            <a:avLst/>
            <a:gdLst/>
            <a:ahLst/>
            <a:cxnLst/>
            <a:rect l="l" t="t" r="r" b="b"/>
            <a:pathLst>
              <a:path w="7404100" h="1841500">
                <a:moveTo>
                  <a:pt x="203191" y="0"/>
                </a:moveTo>
                <a:lnTo>
                  <a:pt x="7200909" y="0"/>
                </a:lnTo>
                <a:cubicBezTo>
                  <a:pt x="7313128" y="0"/>
                  <a:pt x="7404100" y="90972"/>
                  <a:pt x="7404100" y="203191"/>
                </a:cubicBezTo>
                <a:lnTo>
                  <a:pt x="7404100" y="1638309"/>
                </a:lnTo>
                <a:cubicBezTo>
                  <a:pt x="7404100" y="1750528"/>
                  <a:pt x="7313128" y="1841500"/>
                  <a:pt x="7200909" y="1841500"/>
                </a:cubicBezTo>
                <a:lnTo>
                  <a:pt x="203191" y="1841500"/>
                </a:lnTo>
                <a:cubicBezTo>
                  <a:pt x="90972" y="1841500"/>
                  <a:pt x="0" y="1750528"/>
                  <a:pt x="0" y="1638309"/>
                </a:cubicBezTo>
                <a:lnTo>
                  <a:pt x="0" y="203191"/>
                </a:lnTo>
                <a:cubicBezTo>
                  <a:pt x="0" y="91047"/>
                  <a:pt x="91047" y="0"/>
                  <a:pt x="203191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96100" y="20955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ECF8E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088188" y="22606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33375" y="153144"/>
                </a:moveTo>
                <a:cubicBezTo>
                  <a:pt x="322362" y="160437"/>
                  <a:pt x="309711" y="166315"/>
                  <a:pt x="296540" y="171004"/>
                </a:cubicBezTo>
                <a:cubicBezTo>
                  <a:pt x="261565" y="183505"/>
                  <a:pt x="215652" y="190500"/>
                  <a:pt x="166688" y="190500"/>
                </a:cubicBezTo>
                <a:cubicBezTo>
                  <a:pt x="117723" y="190500"/>
                  <a:pt x="71735" y="183431"/>
                  <a:pt x="36835" y="171004"/>
                </a:cubicBezTo>
                <a:cubicBezTo>
                  <a:pt x="23738" y="166315"/>
                  <a:pt x="11013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74637" y="273844"/>
                  <a:pt x="166688" y="273844"/>
                </a:cubicBezTo>
                <a:cubicBezTo>
                  <a:pt x="258738" y="273844"/>
                  <a:pt x="333375" y="247204"/>
                  <a:pt x="333375" y="214313"/>
                </a:cubicBezTo>
                <a:lnTo>
                  <a:pt x="333375" y="153144"/>
                </a:lnTo>
                <a:close/>
                <a:moveTo>
                  <a:pt x="333375" y="95250"/>
                </a:moveTo>
                <a:lnTo>
                  <a:pt x="333375" y="59531"/>
                </a:lnTo>
                <a:cubicBezTo>
                  <a:pt x="333375" y="26640"/>
                  <a:pt x="258738" y="0"/>
                  <a:pt x="166688" y="0"/>
                </a:cubicBezTo>
                <a:cubicBezTo>
                  <a:pt x="74637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74637" y="154781"/>
                  <a:pt x="166688" y="154781"/>
                </a:cubicBezTo>
                <a:cubicBezTo>
                  <a:pt x="258738" y="154781"/>
                  <a:pt x="333375" y="128141"/>
                  <a:pt x="333375" y="95250"/>
                </a:cubicBezTo>
                <a:close/>
                <a:moveTo>
                  <a:pt x="296540" y="290066"/>
                </a:moveTo>
                <a:cubicBezTo>
                  <a:pt x="261640" y="302493"/>
                  <a:pt x="215726" y="309563"/>
                  <a:pt x="166688" y="309563"/>
                </a:cubicBezTo>
                <a:cubicBezTo>
                  <a:pt x="117649" y="309563"/>
                  <a:pt x="71735" y="302493"/>
                  <a:pt x="36835" y="290066"/>
                </a:cubicBezTo>
                <a:cubicBezTo>
                  <a:pt x="23738" y="285378"/>
                  <a:pt x="11013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74637" y="381000"/>
                  <a:pt x="166688" y="381000"/>
                </a:cubicBezTo>
                <a:cubicBezTo>
                  <a:pt x="258738" y="381000"/>
                  <a:pt x="333375" y="354360"/>
                  <a:pt x="333375" y="321469"/>
                </a:cubicBezTo>
                <a:lnTo>
                  <a:pt x="333375" y="272207"/>
                </a:lnTo>
                <a:cubicBezTo>
                  <a:pt x="322362" y="279499"/>
                  <a:pt x="309711" y="285378"/>
                  <a:pt x="296540" y="290066"/>
                </a:cubicBezTo>
                <a:close/>
              </a:path>
            </a:pathLst>
          </a:custGeom>
          <a:solidFill>
            <a:srgbClr val="3ECF8E"/>
          </a:solidFill>
          <a:ln/>
        </p:spPr>
      </p:sp>
      <p:sp>
        <p:nvSpPr>
          <p:cNvPr id="25" name="Text 23"/>
          <p:cNvSpPr/>
          <p:nvPr/>
        </p:nvSpPr>
        <p:spPr>
          <a:xfrm>
            <a:off x="4769842" y="2120900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69842" y="2476500"/>
            <a:ext cx="201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Backend &amp; Database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5500" y="3009900"/>
            <a:ext cx="688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منصة Backend كخدمة مع قاعدة بيانات PostgreSQL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4350" y="3892550"/>
            <a:ext cx="7404100" cy="1841500"/>
          </a:xfrm>
          <a:custGeom>
            <a:avLst/>
            <a:gdLst/>
            <a:ahLst/>
            <a:cxnLst/>
            <a:rect l="l" t="t" r="r" b="b"/>
            <a:pathLst>
              <a:path w="7404100" h="1841500">
                <a:moveTo>
                  <a:pt x="203191" y="0"/>
                </a:moveTo>
                <a:lnTo>
                  <a:pt x="7200909" y="0"/>
                </a:lnTo>
                <a:cubicBezTo>
                  <a:pt x="7313128" y="0"/>
                  <a:pt x="7404100" y="90972"/>
                  <a:pt x="7404100" y="203191"/>
                </a:cubicBezTo>
                <a:lnTo>
                  <a:pt x="7404100" y="1638309"/>
                </a:lnTo>
                <a:cubicBezTo>
                  <a:pt x="7404100" y="1750528"/>
                  <a:pt x="7313128" y="1841500"/>
                  <a:pt x="7200909" y="1841500"/>
                </a:cubicBezTo>
                <a:lnTo>
                  <a:pt x="203191" y="1841500"/>
                </a:lnTo>
                <a:cubicBezTo>
                  <a:pt x="90972" y="1841500"/>
                  <a:pt x="0" y="1750528"/>
                  <a:pt x="0" y="1638309"/>
                </a:cubicBezTo>
                <a:lnTo>
                  <a:pt x="0" y="203191"/>
                </a:lnTo>
                <a:cubicBezTo>
                  <a:pt x="0" y="91047"/>
                  <a:pt x="91047" y="0"/>
                  <a:pt x="203191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96100" y="42037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635BFF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064375" y="4368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95250"/>
                </a:moveTo>
                <a:lnTo>
                  <a:pt x="0" y="119063"/>
                </a:lnTo>
                <a:lnTo>
                  <a:pt x="381000" y="119063"/>
                </a:lnTo>
                <a:lnTo>
                  <a:pt x="381000" y="95250"/>
                </a:lnTo>
                <a:cubicBezTo>
                  <a:pt x="381000" y="68982"/>
                  <a:pt x="359643" y="47625"/>
                  <a:pt x="333375" y="47625"/>
                </a:cubicBezTo>
                <a:lnTo>
                  <a:pt x="47625" y="47625"/>
                </a:lnTo>
                <a:cubicBezTo>
                  <a:pt x="21357" y="47625"/>
                  <a:pt x="0" y="68982"/>
                  <a:pt x="0" y="95250"/>
                </a:cubicBezTo>
                <a:close/>
                <a:moveTo>
                  <a:pt x="0" y="154781"/>
                </a:moveTo>
                <a:lnTo>
                  <a:pt x="0" y="285750"/>
                </a:lnTo>
                <a:cubicBezTo>
                  <a:pt x="0" y="312018"/>
                  <a:pt x="21357" y="333375"/>
                  <a:pt x="47625" y="333375"/>
                </a:cubicBezTo>
                <a:lnTo>
                  <a:pt x="333375" y="333375"/>
                </a:lnTo>
                <a:cubicBezTo>
                  <a:pt x="359643" y="333375"/>
                  <a:pt x="381000" y="312018"/>
                  <a:pt x="381000" y="285750"/>
                </a:cubicBezTo>
                <a:lnTo>
                  <a:pt x="381000" y="154781"/>
                </a:lnTo>
                <a:lnTo>
                  <a:pt x="0" y="154781"/>
                </a:lnTo>
                <a:close/>
                <a:moveTo>
                  <a:pt x="47625" y="267891"/>
                </a:moveTo>
                <a:cubicBezTo>
                  <a:pt x="47625" y="257994"/>
                  <a:pt x="55587" y="250031"/>
                  <a:pt x="65484" y="250031"/>
                </a:cubicBezTo>
                <a:lnTo>
                  <a:pt x="101203" y="250031"/>
                </a:lnTo>
                <a:cubicBezTo>
                  <a:pt x="111100" y="250031"/>
                  <a:pt x="119063" y="257994"/>
                  <a:pt x="119063" y="267891"/>
                </a:cubicBezTo>
                <a:cubicBezTo>
                  <a:pt x="119063" y="277788"/>
                  <a:pt x="111100" y="285750"/>
                  <a:pt x="101203" y="285750"/>
                </a:cubicBezTo>
                <a:lnTo>
                  <a:pt x="65484" y="285750"/>
                </a:lnTo>
                <a:cubicBezTo>
                  <a:pt x="55587" y="285750"/>
                  <a:pt x="47625" y="277788"/>
                  <a:pt x="47625" y="267891"/>
                </a:cubicBezTo>
                <a:close/>
                <a:moveTo>
                  <a:pt x="154781" y="267891"/>
                </a:moveTo>
                <a:cubicBezTo>
                  <a:pt x="154781" y="257994"/>
                  <a:pt x="162744" y="250031"/>
                  <a:pt x="172641" y="250031"/>
                </a:cubicBezTo>
                <a:lnTo>
                  <a:pt x="220266" y="250031"/>
                </a:lnTo>
                <a:cubicBezTo>
                  <a:pt x="230163" y="250031"/>
                  <a:pt x="238125" y="257994"/>
                  <a:pt x="238125" y="267891"/>
                </a:cubicBezTo>
                <a:cubicBezTo>
                  <a:pt x="238125" y="277788"/>
                  <a:pt x="230163" y="285750"/>
                  <a:pt x="220266" y="285750"/>
                </a:cubicBezTo>
                <a:lnTo>
                  <a:pt x="172641" y="285750"/>
                </a:lnTo>
                <a:cubicBezTo>
                  <a:pt x="162744" y="285750"/>
                  <a:pt x="154781" y="277788"/>
                  <a:pt x="154781" y="267891"/>
                </a:cubicBezTo>
                <a:close/>
              </a:path>
            </a:pathLst>
          </a:custGeom>
          <a:solidFill>
            <a:srgbClr val="635BFF"/>
          </a:solidFill>
          <a:ln/>
        </p:spPr>
      </p:sp>
      <p:sp>
        <p:nvSpPr>
          <p:cNvPr id="31" name="Text 29"/>
          <p:cNvSpPr/>
          <p:nvPr/>
        </p:nvSpPr>
        <p:spPr>
          <a:xfrm>
            <a:off x="5025628" y="4229100"/>
            <a:ext cx="179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Stripe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25628" y="4584700"/>
            <a:ext cx="176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Payment Gateway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5500" y="5118100"/>
            <a:ext cx="688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بوابة دفع آمنة وموثوقة لمعالجة المعاملات المالية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4350" y="6000750"/>
            <a:ext cx="7404100" cy="1841500"/>
          </a:xfrm>
          <a:custGeom>
            <a:avLst/>
            <a:gdLst/>
            <a:ahLst/>
            <a:cxnLst/>
            <a:rect l="l" t="t" r="r" b="b"/>
            <a:pathLst>
              <a:path w="7404100" h="1841500">
                <a:moveTo>
                  <a:pt x="203191" y="0"/>
                </a:moveTo>
                <a:lnTo>
                  <a:pt x="7200909" y="0"/>
                </a:lnTo>
                <a:cubicBezTo>
                  <a:pt x="7313128" y="0"/>
                  <a:pt x="7404100" y="90972"/>
                  <a:pt x="7404100" y="203191"/>
                </a:cubicBezTo>
                <a:lnTo>
                  <a:pt x="7404100" y="1638309"/>
                </a:lnTo>
                <a:cubicBezTo>
                  <a:pt x="7404100" y="1750528"/>
                  <a:pt x="7313128" y="1841500"/>
                  <a:pt x="7200909" y="1841500"/>
                </a:cubicBezTo>
                <a:lnTo>
                  <a:pt x="203191" y="1841500"/>
                </a:lnTo>
                <a:cubicBezTo>
                  <a:pt x="90972" y="1841500"/>
                  <a:pt x="0" y="1750528"/>
                  <a:pt x="0" y="1638309"/>
                </a:cubicBezTo>
                <a:lnTo>
                  <a:pt x="0" y="203191"/>
                </a:lnTo>
                <a:cubicBezTo>
                  <a:pt x="0" y="91047"/>
                  <a:pt x="91047" y="0"/>
                  <a:pt x="203191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96100" y="63119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4154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088188" y="6477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52115" y="-7367"/>
                </a:moveTo>
                <a:cubicBezTo>
                  <a:pt x="260970" y="-967"/>
                  <a:pt x="264244" y="10641"/>
                  <a:pt x="260226" y="20762"/>
                </a:cubicBezTo>
                <a:lnTo>
                  <a:pt x="201885" y="166688"/>
                </a:lnTo>
                <a:lnTo>
                  <a:pt x="309563" y="166688"/>
                </a:lnTo>
                <a:cubicBezTo>
                  <a:pt x="319608" y="166688"/>
                  <a:pt x="328538" y="172938"/>
                  <a:pt x="331961" y="182389"/>
                </a:cubicBezTo>
                <a:cubicBezTo>
                  <a:pt x="335384" y="191839"/>
                  <a:pt x="332482" y="202406"/>
                  <a:pt x="324817" y="208806"/>
                </a:cubicBezTo>
                <a:lnTo>
                  <a:pt x="110505" y="387400"/>
                </a:lnTo>
                <a:cubicBezTo>
                  <a:pt x="102096" y="394395"/>
                  <a:pt x="90115" y="394767"/>
                  <a:pt x="81260" y="388367"/>
                </a:cubicBezTo>
                <a:cubicBezTo>
                  <a:pt x="72405" y="381967"/>
                  <a:pt x="69131" y="370359"/>
                  <a:pt x="73149" y="360238"/>
                </a:cubicBezTo>
                <a:lnTo>
                  <a:pt x="131490" y="214313"/>
                </a:lnTo>
                <a:lnTo>
                  <a:pt x="23812" y="214313"/>
                </a:lnTo>
                <a:cubicBezTo>
                  <a:pt x="13767" y="214313"/>
                  <a:pt x="4837" y="208062"/>
                  <a:pt x="1414" y="198611"/>
                </a:cubicBezTo>
                <a:cubicBezTo>
                  <a:pt x="-2009" y="189161"/>
                  <a:pt x="893" y="178594"/>
                  <a:pt x="8558" y="172194"/>
                </a:cubicBezTo>
                <a:lnTo>
                  <a:pt x="222870" y="-6400"/>
                </a:lnTo>
                <a:cubicBezTo>
                  <a:pt x="231279" y="-13395"/>
                  <a:pt x="243260" y="-13767"/>
                  <a:pt x="252115" y="-7367"/>
                </a:cubicBezTo>
                <a:close/>
              </a:path>
            </a:pathLst>
          </a:custGeom>
          <a:solidFill>
            <a:srgbClr val="FF4154"/>
          </a:solidFill>
          <a:ln/>
        </p:spPr>
      </p:sp>
      <p:sp>
        <p:nvSpPr>
          <p:cNvPr id="37" name="Text 35"/>
          <p:cNvSpPr/>
          <p:nvPr/>
        </p:nvSpPr>
        <p:spPr>
          <a:xfrm>
            <a:off x="5782270" y="6337300"/>
            <a:ext cx="1041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Vite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82270" y="6692900"/>
            <a:ext cx="101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 Tool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5500" y="7226300"/>
            <a:ext cx="688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أداة بناء سريعة لتحسين أداء التطبيق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55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140" kern="0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SECURITY &amp; PRIVACY —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37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الأمان والخصوصية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877550" y="1784350"/>
            <a:ext cx="4864100" cy="3263900"/>
          </a:xfrm>
          <a:custGeom>
            <a:avLst/>
            <a:gdLst/>
            <a:ahLst/>
            <a:cxnLst/>
            <a:rect l="l" t="t" r="r" b="b"/>
            <a:pathLst>
              <a:path w="4864100" h="3263900">
                <a:moveTo>
                  <a:pt x="203210" y="0"/>
                </a:moveTo>
                <a:lnTo>
                  <a:pt x="4660890" y="0"/>
                </a:lnTo>
                <a:cubicBezTo>
                  <a:pt x="4773120" y="0"/>
                  <a:pt x="4864100" y="90980"/>
                  <a:pt x="4864100" y="203210"/>
                </a:cubicBezTo>
                <a:lnTo>
                  <a:pt x="4864100" y="3060690"/>
                </a:lnTo>
                <a:cubicBezTo>
                  <a:pt x="4864100" y="3172920"/>
                  <a:pt x="4773120" y="3263900"/>
                  <a:pt x="4660890" y="3263900"/>
                </a:cubicBezTo>
                <a:lnTo>
                  <a:pt x="203210" y="3263900"/>
                </a:lnTo>
                <a:cubicBezTo>
                  <a:pt x="90980" y="3263900"/>
                  <a:pt x="0" y="3172920"/>
                  <a:pt x="0" y="3060690"/>
                </a:cubicBezTo>
                <a:lnTo>
                  <a:pt x="0" y="203210"/>
                </a:lnTo>
                <a:cubicBezTo>
                  <a:pt x="0" y="91056"/>
                  <a:pt x="91056" y="0"/>
                  <a:pt x="203210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0" y="20955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0034"/>
              </a:gs>
              <a:gs pos="100000">
                <a:srgbClr val="5C0022"/>
              </a:gs>
            </a:gsLst>
            <a:lin ang="27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13169900" y="2413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95250" y="71438"/>
                </a:moveTo>
                <a:lnTo>
                  <a:pt x="95250" y="119063"/>
                </a:lnTo>
                <a:lnTo>
                  <a:pt x="190500" y="119063"/>
                </a:lnTo>
                <a:lnTo>
                  <a:pt x="190500" y="71438"/>
                </a:lnTo>
                <a:cubicBezTo>
                  <a:pt x="190500" y="45169"/>
                  <a:pt x="169143" y="23812"/>
                  <a:pt x="142875" y="23812"/>
                </a:cubicBezTo>
                <a:cubicBezTo>
                  <a:pt x="116607" y="23812"/>
                  <a:pt x="95250" y="45169"/>
                  <a:pt x="95250" y="71438"/>
                </a:cubicBezTo>
                <a:close/>
                <a:moveTo>
                  <a:pt x="47625" y="119063"/>
                </a:moveTo>
                <a:lnTo>
                  <a:pt x="47625" y="71438"/>
                </a:lnTo>
                <a:cubicBezTo>
                  <a:pt x="47625" y="18827"/>
                  <a:pt x="90264" y="-23812"/>
                  <a:pt x="142875" y="-23812"/>
                </a:cubicBezTo>
                <a:cubicBezTo>
                  <a:pt x="195486" y="-23812"/>
                  <a:pt x="238125" y="18827"/>
                  <a:pt x="238125" y="71438"/>
                </a:cubicBezTo>
                <a:lnTo>
                  <a:pt x="238125" y="119063"/>
                </a:lnTo>
                <a:cubicBezTo>
                  <a:pt x="264393" y="119063"/>
                  <a:pt x="285750" y="140419"/>
                  <a:pt x="285750" y="166688"/>
                </a:cubicBezTo>
                <a:lnTo>
                  <a:pt x="285750" y="333375"/>
                </a:lnTo>
                <a:cubicBezTo>
                  <a:pt x="285750" y="359643"/>
                  <a:pt x="264393" y="381000"/>
                  <a:pt x="238125" y="381000"/>
                </a:cubicBezTo>
                <a:lnTo>
                  <a:pt x="47625" y="381000"/>
                </a:lnTo>
                <a:cubicBezTo>
                  <a:pt x="21357" y="381000"/>
                  <a:pt x="0" y="359643"/>
                  <a:pt x="0" y="333375"/>
                </a:cubicBezTo>
                <a:lnTo>
                  <a:pt x="0" y="166688"/>
                </a:lnTo>
                <a:cubicBezTo>
                  <a:pt x="0" y="140419"/>
                  <a:pt x="21357" y="119063"/>
                  <a:pt x="47625" y="1190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125200" y="3365500"/>
            <a:ext cx="436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تشفير شامل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37900" y="3873500"/>
            <a:ext cx="434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End-to-End Encryption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44250" y="4381500"/>
            <a:ext cx="433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AES-256 تشفير من الدرجة العسكرية لجميع البيانات الحساسة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95950" y="1784350"/>
            <a:ext cx="4864100" cy="3263900"/>
          </a:xfrm>
          <a:custGeom>
            <a:avLst/>
            <a:gdLst/>
            <a:ahLst/>
            <a:cxnLst/>
            <a:rect l="l" t="t" r="r" b="b"/>
            <a:pathLst>
              <a:path w="4864100" h="3263900">
                <a:moveTo>
                  <a:pt x="203210" y="0"/>
                </a:moveTo>
                <a:lnTo>
                  <a:pt x="4660890" y="0"/>
                </a:lnTo>
                <a:cubicBezTo>
                  <a:pt x="4773120" y="0"/>
                  <a:pt x="4864100" y="90980"/>
                  <a:pt x="4864100" y="203210"/>
                </a:cubicBezTo>
                <a:lnTo>
                  <a:pt x="4864100" y="3060690"/>
                </a:lnTo>
                <a:cubicBezTo>
                  <a:pt x="4864100" y="3172920"/>
                  <a:pt x="4773120" y="3263900"/>
                  <a:pt x="4660890" y="3263900"/>
                </a:cubicBezTo>
                <a:lnTo>
                  <a:pt x="203210" y="3263900"/>
                </a:lnTo>
                <a:cubicBezTo>
                  <a:pt x="90980" y="3263900"/>
                  <a:pt x="0" y="3172920"/>
                  <a:pt x="0" y="3060690"/>
                </a:cubicBezTo>
                <a:lnTo>
                  <a:pt x="0" y="203210"/>
                </a:lnTo>
                <a:cubicBezTo>
                  <a:pt x="0" y="91056"/>
                  <a:pt x="91056" y="0"/>
                  <a:pt x="203210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0" y="20955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2B138"/>
              </a:gs>
              <a:gs pos="100000">
                <a:srgbClr val="D49A2A"/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7940675" y="2413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193923" y="0"/>
                  <a:pt x="197346" y="744"/>
                  <a:pt x="200471" y="2158"/>
                </a:cubicBezTo>
                <a:lnTo>
                  <a:pt x="340668" y="61615"/>
                </a:lnTo>
                <a:cubicBezTo>
                  <a:pt x="357039" y="68535"/>
                  <a:pt x="369243" y="84683"/>
                  <a:pt x="369168" y="104180"/>
                </a:cubicBezTo>
                <a:cubicBezTo>
                  <a:pt x="368796" y="177998"/>
                  <a:pt x="338435" y="313060"/>
                  <a:pt x="210220" y="374452"/>
                </a:cubicBezTo>
                <a:cubicBezTo>
                  <a:pt x="197793" y="380405"/>
                  <a:pt x="183356" y="380405"/>
                  <a:pt x="170929" y="374452"/>
                </a:cubicBezTo>
                <a:cubicBezTo>
                  <a:pt x="42639" y="313060"/>
                  <a:pt x="12353" y="177998"/>
                  <a:pt x="11981" y="104180"/>
                </a:cubicBezTo>
                <a:cubicBezTo>
                  <a:pt x="11906" y="84683"/>
                  <a:pt x="24110" y="68535"/>
                  <a:pt x="40481" y="61615"/>
                </a:cubicBezTo>
                <a:lnTo>
                  <a:pt x="180603" y="2158"/>
                </a:lnTo>
                <a:cubicBezTo>
                  <a:pt x="183728" y="744"/>
                  <a:pt x="187077" y="0"/>
                  <a:pt x="190500" y="0"/>
                </a:cubicBezTo>
                <a:close/>
                <a:moveTo>
                  <a:pt x="190500" y="49709"/>
                </a:moveTo>
                <a:lnTo>
                  <a:pt x="190500" y="331068"/>
                </a:lnTo>
                <a:cubicBezTo>
                  <a:pt x="293191" y="281360"/>
                  <a:pt x="320799" y="171227"/>
                  <a:pt x="321469" y="105296"/>
                </a:cubicBezTo>
                <a:lnTo>
                  <a:pt x="190500" y="49783"/>
                </a:lnTo>
                <a:lnTo>
                  <a:pt x="190500" y="49783"/>
                </a:ln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3365500"/>
            <a:ext cx="436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PCI DSS Level 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56300" y="3873500"/>
            <a:ext cx="434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Payment Security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62650" y="4381500"/>
            <a:ext cx="433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أعلى مستوى أمان لمعالجة بطاقات الدفع العالمية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4350" y="1784350"/>
            <a:ext cx="4864100" cy="3263900"/>
          </a:xfrm>
          <a:custGeom>
            <a:avLst/>
            <a:gdLst/>
            <a:ahLst/>
            <a:cxnLst/>
            <a:rect l="l" t="t" r="r" b="b"/>
            <a:pathLst>
              <a:path w="4864100" h="3263900">
                <a:moveTo>
                  <a:pt x="203210" y="0"/>
                </a:moveTo>
                <a:lnTo>
                  <a:pt x="4660890" y="0"/>
                </a:lnTo>
                <a:cubicBezTo>
                  <a:pt x="4773120" y="0"/>
                  <a:pt x="4864100" y="90980"/>
                  <a:pt x="4864100" y="203210"/>
                </a:cubicBezTo>
                <a:lnTo>
                  <a:pt x="4864100" y="3060690"/>
                </a:lnTo>
                <a:cubicBezTo>
                  <a:pt x="4864100" y="3172920"/>
                  <a:pt x="4773120" y="3263900"/>
                  <a:pt x="4660890" y="3263900"/>
                </a:cubicBezTo>
                <a:lnTo>
                  <a:pt x="203210" y="3263900"/>
                </a:lnTo>
                <a:cubicBezTo>
                  <a:pt x="90980" y="3263900"/>
                  <a:pt x="0" y="3172920"/>
                  <a:pt x="0" y="3060690"/>
                </a:cubicBezTo>
                <a:lnTo>
                  <a:pt x="0" y="203210"/>
                </a:lnTo>
                <a:cubicBezTo>
                  <a:pt x="0" y="91056"/>
                  <a:pt x="91056" y="0"/>
                  <a:pt x="203210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38400" y="20955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0034"/>
              </a:gs>
              <a:gs pos="100000">
                <a:srgbClr val="5C0022"/>
              </a:gs>
            </a:gsLst>
            <a:lin ang="27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2735263" y="24130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66688" y="184547"/>
                </a:moveTo>
                <a:cubicBezTo>
                  <a:pt x="215972" y="184547"/>
                  <a:pt x="255984" y="144534"/>
                  <a:pt x="255984" y="95250"/>
                </a:cubicBezTo>
                <a:cubicBezTo>
                  <a:pt x="255984" y="45966"/>
                  <a:pt x="215972" y="5953"/>
                  <a:pt x="166688" y="5953"/>
                </a:cubicBezTo>
                <a:cubicBezTo>
                  <a:pt x="117403" y="5953"/>
                  <a:pt x="77391" y="45966"/>
                  <a:pt x="77391" y="95250"/>
                </a:cubicBezTo>
                <a:cubicBezTo>
                  <a:pt x="77391" y="144534"/>
                  <a:pt x="117403" y="184547"/>
                  <a:pt x="166687" y="184547"/>
                </a:cubicBezTo>
                <a:close/>
                <a:moveTo>
                  <a:pt x="144587" y="226219"/>
                </a:moveTo>
                <a:cubicBezTo>
                  <a:pt x="71289" y="226219"/>
                  <a:pt x="11906" y="285601"/>
                  <a:pt x="11906" y="358899"/>
                </a:cubicBezTo>
                <a:cubicBezTo>
                  <a:pt x="11906" y="371103"/>
                  <a:pt x="21803" y="381000"/>
                  <a:pt x="34007" y="381000"/>
                </a:cubicBezTo>
                <a:lnTo>
                  <a:pt x="221159" y="381000"/>
                </a:lnTo>
                <a:cubicBezTo>
                  <a:pt x="194221" y="349300"/>
                  <a:pt x="178594" y="308446"/>
                  <a:pt x="178594" y="265212"/>
                </a:cubicBezTo>
                <a:lnTo>
                  <a:pt x="178594" y="242069"/>
                </a:lnTo>
                <a:cubicBezTo>
                  <a:pt x="178594" y="236637"/>
                  <a:pt x="179338" y="231279"/>
                  <a:pt x="180752" y="226219"/>
                </a:cubicBezTo>
                <a:lnTo>
                  <a:pt x="144587" y="226219"/>
                </a:lnTo>
                <a:close/>
                <a:moveTo>
                  <a:pt x="331366" y="363513"/>
                </a:moveTo>
                <a:lnTo>
                  <a:pt x="321469" y="368201"/>
                </a:lnTo>
                <a:lnTo>
                  <a:pt x="321469" y="228228"/>
                </a:lnTo>
                <a:lnTo>
                  <a:pt x="392906" y="252040"/>
                </a:lnTo>
                <a:lnTo>
                  <a:pt x="392906" y="266626"/>
                </a:lnTo>
                <a:cubicBezTo>
                  <a:pt x="392906" y="308149"/>
                  <a:pt x="368945" y="345877"/>
                  <a:pt x="331366" y="363587"/>
                </a:cubicBezTo>
                <a:close/>
                <a:moveTo>
                  <a:pt x="313953" y="193104"/>
                </a:moveTo>
                <a:lnTo>
                  <a:pt x="230609" y="220861"/>
                </a:lnTo>
                <a:cubicBezTo>
                  <a:pt x="220861" y="224135"/>
                  <a:pt x="214313" y="233214"/>
                  <a:pt x="214313" y="243483"/>
                </a:cubicBezTo>
                <a:lnTo>
                  <a:pt x="214313" y="266626"/>
                </a:lnTo>
                <a:cubicBezTo>
                  <a:pt x="214313" y="321990"/>
                  <a:pt x="246311" y="372368"/>
                  <a:pt x="296317" y="395883"/>
                </a:cubicBezTo>
                <a:lnTo>
                  <a:pt x="310083" y="402357"/>
                </a:lnTo>
                <a:cubicBezTo>
                  <a:pt x="313655" y="403994"/>
                  <a:pt x="317525" y="404887"/>
                  <a:pt x="321394" y="404887"/>
                </a:cubicBezTo>
                <a:cubicBezTo>
                  <a:pt x="325264" y="404887"/>
                  <a:pt x="329208" y="403994"/>
                  <a:pt x="332705" y="402357"/>
                </a:cubicBezTo>
                <a:lnTo>
                  <a:pt x="346472" y="395883"/>
                </a:lnTo>
                <a:cubicBezTo>
                  <a:pt x="396627" y="372294"/>
                  <a:pt x="428625" y="321915"/>
                  <a:pt x="428625" y="266551"/>
                </a:cubicBezTo>
                <a:lnTo>
                  <a:pt x="428625" y="243408"/>
                </a:lnTo>
                <a:cubicBezTo>
                  <a:pt x="428625" y="233139"/>
                  <a:pt x="422077" y="224061"/>
                  <a:pt x="412328" y="220787"/>
                </a:cubicBezTo>
                <a:lnTo>
                  <a:pt x="328985" y="193030"/>
                </a:lnTo>
                <a:cubicBezTo>
                  <a:pt x="324073" y="191393"/>
                  <a:pt x="318790" y="191393"/>
                  <a:pt x="313953" y="19303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3365500"/>
            <a:ext cx="436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GDPR Compliant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4700" y="3873500"/>
            <a:ext cx="434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Protection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1050" y="4381500"/>
            <a:ext cx="433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الامتثال الكامل لقوانين حماية البيانات الأوروبية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877550" y="5365750"/>
            <a:ext cx="4864100" cy="3263900"/>
          </a:xfrm>
          <a:custGeom>
            <a:avLst/>
            <a:gdLst/>
            <a:ahLst/>
            <a:cxnLst/>
            <a:rect l="l" t="t" r="r" b="b"/>
            <a:pathLst>
              <a:path w="4864100" h="3263900">
                <a:moveTo>
                  <a:pt x="203210" y="0"/>
                </a:moveTo>
                <a:lnTo>
                  <a:pt x="4660890" y="0"/>
                </a:lnTo>
                <a:cubicBezTo>
                  <a:pt x="4773120" y="0"/>
                  <a:pt x="4864100" y="90980"/>
                  <a:pt x="4864100" y="203210"/>
                </a:cubicBezTo>
                <a:lnTo>
                  <a:pt x="4864100" y="3060690"/>
                </a:lnTo>
                <a:cubicBezTo>
                  <a:pt x="4864100" y="3172920"/>
                  <a:pt x="4773120" y="3263900"/>
                  <a:pt x="4660890" y="3263900"/>
                </a:cubicBezTo>
                <a:lnTo>
                  <a:pt x="203210" y="3263900"/>
                </a:lnTo>
                <a:cubicBezTo>
                  <a:pt x="90980" y="3263900"/>
                  <a:pt x="0" y="3172920"/>
                  <a:pt x="0" y="3060690"/>
                </a:cubicBezTo>
                <a:lnTo>
                  <a:pt x="0" y="203210"/>
                </a:lnTo>
                <a:cubicBezTo>
                  <a:pt x="0" y="91056"/>
                  <a:pt x="91056" y="0"/>
                  <a:pt x="203210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801600" y="56769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2B138"/>
              </a:gs>
              <a:gs pos="100000">
                <a:srgbClr val="D49A2A"/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13122275" y="5994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719" y="190500"/>
                </a:moveTo>
                <a:cubicBezTo>
                  <a:pt x="35719" y="104998"/>
                  <a:pt x="104998" y="35719"/>
                  <a:pt x="190500" y="35719"/>
                </a:cubicBezTo>
                <a:cubicBezTo>
                  <a:pt x="237455" y="35719"/>
                  <a:pt x="279499" y="56629"/>
                  <a:pt x="307925" y="89669"/>
                </a:cubicBezTo>
                <a:cubicBezTo>
                  <a:pt x="314325" y="97185"/>
                  <a:pt x="325636" y="98003"/>
                  <a:pt x="333077" y="91604"/>
                </a:cubicBezTo>
                <a:cubicBezTo>
                  <a:pt x="340519" y="85204"/>
                  <a:pt x="341412" y="73893"/>
                  <a:pt x="335012" y="66452"/>
                </a:cubicBezTo>
                <a:cubicBezTo>
                  <a:pt x="300112" y="25747"/>
                  <a:pt x="248320" y="0"/>
                  <a:pt x="190500" y="0"/>
                </a:cubicBezTo>
                <a:cubicBezTo>
                  <a:pt x="85279" y="0"/>
                  <a:pt x="0" y="85279"/>
                  <a:pt x="0" y="190500"/>
                </a:cubicBezTo>
                <a:lnTo>
                  <a:pt x="0" y="220266"/>
                </a:lnTo>
                <a:cubicBezTo>
                  <a:pt x="0" y="230163"/>
                  <a:pt x="7962" y="238125"/>
                  <a:pt x="17859" y="238125"/>
                </a:cubicBezTo>
                <a:cubicBezTo>
                  <a:pt x="27756" y="238125"/>
                  <a:pt x="35719" y="230163"/>
                  <a:pt x="35719" y="220266"/>
                </a:cubicBezTo>
                <a:lnTo>
                  <a:pt x="35719" y="190500"/>
                </a:lnTo>
                <a:close/>
                <a:moveTo>
                  <a:pt x="376907" y="151135"/>
                </a:moveTo>
                <a:cubicBezTo>
                  <a:pt x="374898" y="141461"/>
                  <a:pt x="365373" y="135285"/>
                  <a:pt x="355774" y="137368"/>
                </a:cubicBezTo>
                <a:cubicBezTo>
                  <a:pt x="346174" y="139452"/>
                  <a:pt x="339923" y="148903"/>
                  <a:pt x="342007" y="158502"/>
                </a:cubicBezTo>
                <a:cubicBezTo>
                  <a:pt x="344165" y="168846"/>
                  <a:pt x="345356" y="179561"/>
                  <a:pt x="345356" y="190574"/>
                </a:cubicBezTo>
                <a:lnTo>
                  <a:pt x="345356" y="220340"/>
                </a:lnTo>
                <a:cubicBezTo>
                  <a:pt x="345356" y="230237"/>
                  <a:pt x="353318" y="238199"/>
                  <a:pt x="363215" y="238199"/>
                </a:cubicBezTo>
                <a:cubicBezTo>
                  <a:pt x="373112" y="238199"/>
                  <a:pt x="381074" y="230237"/>
                  <a:pt x="381074" y="220340"/>
                </a:cubicBezTo>
                <a:lnTo>
                  <a:pt x="381074" y="190574"/>
                </a:lnTo>
                <a:cubicBezTo>
                  <a:pt x="381074" y="177105"/>
                  <a:pt x="379661" y="163934"/>
                  <a:pt x="376982" y="151209"/>
                </a:cubicBezTo>
                <a:close/>
                <a:moveTo>
                  <a:pt x="190500" y="59531"/>
                </a:moveTo>
                <a:cubicBezTo>
                  <a:pt x="176361" y="59531"/>
                  <a:pt x="162669" y="61764"/>
                  <a:pt x="149944" y="65931"/>
                </a:cubicBezTo>
                <a:cubicBezTo>
                  <a:pt x="138633" y="69652"/>
                  <a:pt x="136029" y="83567"/>
                  <a:pt x="143768" y="92646"/>
                </a:cubicBezTo>
                <a:cubicBezTo>
                  <a:pt x="149051" y="98822"/>
                  <a:pt x="157758" y="100682"/>
                  <a:pt x="165646" y="98524"/>
                </a:cubicBezTo>
                <a:cubicBezTo>
                  <a:pt x="173534" y="96366"/>
                  <a:pt x="181868" y="95250"/>
                  <a:pt x="190500" y="95250"/>
                </a:cubicBezTo>
                <a:cubicBezTo>
                  <a:pt x="243111" y="95250"/>
                  <a:pt x="285750" y="137889"/>
                  <a:pt x="285750" y="190500"/>
                </a:cubicBezTo>
                <a:lnTo>
                  <a:pt x="285750" y="209029"/>
                </a:lnTo>
                <a:cubicBezTo>
                  <a:pt x="285750" y="227781"/>
                  <a:pt x="284634" y="246459"/>
                  <a:pt x="282476" y="265063"/>
                </a:cubicBezTo>
                <a:cubicBezTo>
                  <a:pt x="281211" y="275927"/>
                  <a:pt x="289471" y="285750"/>
                  <a:pt x="300484" y="285750"/>
                </a:cubicBezTo>
                <a:cubicBezTo>
                  <a:pt x="309265" y="285750"/>
                  <a:pt x="316781" y="279350"/>
                  <a:pt x="317822" y="270644"/>
                </a:cubicBezTo>
                <a:cubicBezTo>
                  <a:pt x="320278" y="250254"/>
                  <a:pt x="321543" y="229716"/>
                  <a:pt x="321543" y="209104"/>
                </a:cubicBezTo>
                <a:lnTo>
                  <a:pt x="321543" y="190574"/>
                </a:lnTo>
                <a:cubicBezTo>
                  <a:pt x="321543" y="118244"/>
                  <a:pt x="262905" y="59606"/>
                  <a:pt x="190574" y="59606"/>
                </a:cubicBezTo>
                <a:close/>
                <a:moveTo>
                  <a:pt x="112142" y="110654"/>
                </a:moveTo>
                <a:cubicBezTo>
                  <a:pt x="105370" y="102766"/>
                  <a:pt x="93315" y="102171"/>
                  <a:pt x="86916" y="110356"/>
                </a:cubicBezTo>
                <a:cubicBezTo>
                  <a:pt x="69726" y="132531"/>
                  <a:pt x="59531" y="160288"/>
                  <a:pt x="59531" y="190500"/>
                </a:cubicBezTo>
                <a:lnTo>
                  <a:pt x="59531" y="209029"/>
                </a:lnTo>
                <a:cubicBezTo>
                  <a:pt x="59531" y="227037"/>
                  <a:pt x="57596" y="245046"/>
                  <a:pt x="53727" y="262533"/>
                </a:cubicBezTo>
                <a:cubicBezTo>
                  <a:pt x="51197" y="274141"/>
                  <a:pt x="59606" y="285676"/>
                  <a:pt x="71512" y="285676"/>
                </a:cubicBezTo>
                <a:cubicBezTo>
                  <a:pt x="79325" y="285676"/>
                  <a:pt x="86320" y="280467"/>
                  <a:pt x="88032" y="272802"/>
                </a:cubicBezTo>
                <a:cubicBezTo>
                  <a:pt x="92794" y="251892"/>
                  <a:pt x="95250" y="230535"/>
                  <a:pt x="95250" y="208955"/>
                </a:cubicBezTo>
                <a:lnTo>
                  <a:pt x="95250" y="190426"/>
                </a:lnTo>
                <a:cubicBezTo>
                  <a:pt x="95250" y="170185"/>
                  <a:pt x="101575" y="151433"/>
                  <a:pt x="112291" y="136029"/>
                </a:cubicBezTo>
                <a:cubicBezTo>
                  <a:pt x="117649" y="128290"/>
                  <a:pt x="118244" y="117723"/>
                  <a:pt x="112142" y="110579"/>
                </a:cubicBezTo>
                <a:close/>
                <a:moveTo>
                  <a:pt x="190500" y="119063"/>
                </a:moveTo>
                <a:cubicBezTo>
                  <a:pt x="151061" y="119063"/>
                  <a:pt x="119063" y="151061"/>
                  <a:pt x="119063" y="190500"/>
                </a:cubicBezTo>
                <a:lnTo>
                  <a:pt x="119063" y="209029"/>
                </a:lnTo>
                <a:cubicBezTo>
                  <a:pt x="119063" y="235744"/>
                  <a:pt x="115639" y="262235"/>
                  <a:pt x="108793" y="287982"/>
                </a:cubicBezTo>
                <a:cubicBezTo>
                  <a:pt x="105966" y="298624"/>
                  <a:pt x="113779" y="309563"/>
                  <a:pt x="124792" y="309563"/>
                </a:cubicBezTo>
                <a:cubicBezTo>
                  <a:pt x="131862" y="309563"/>
                  <a:pt x="138113" y="304949"/>
                  <a:pt x="139973" y="298103"/>
                </a:cubicBezTo>
                <a:cubicBezTo>
                  <a:pt x="147786" y="269081"/>
                  <a:pt x="151805" y="239167"/>
                  <a:pt x="151805" y="209029"/>
                </a:cubicBezTo>
                <a:lnTo>
                  <a:pt x="151805" y="190500"/>
                </a:lnTo>
                <a:cubicBezTo>
                  <a:pt x="151805" y="169143"/>
                  <a:pt x="169143" y="151805"/>
                  <a:pt x="190500" y="151805"/>
                </a:cubicBezTo>
                <a:cubicBezTo>
                  <a:pt x="211857" y="151805"/>
                  <a:pt x="229195" y="169143"/>
                  <a:pt x="229195" y="190500"/>
                </a:cubicBezTo>
                <a:lnTo>
                  <a:pt x="229195" y="209029"/>
                </a:lnTo>
                <a:cubicBezTo>
                  <a:pt x="229195" y="236041"/>
                  <a:pt x="226591" y="262905"/>
                  <a:pt x="221456" y="289322"/>
                </a:cubicBezTo>
                <a:cubicBezTo>
                  <a:pt x="219447" y="299665"/>
                  <a:pt x="227186" y="309563"/>
                  <a:pt x="237679" y="309563"/>
                </a:cubicBezTo>
                <a:cubicBezTo>
                  <a:pt x="245269" y="309563"/>
                  <a:pt x="251817" y="304354"/>
                  <a:pt x="253305" y="296912"/>
                </a:cubicBezTo>
                <a:cubicBezTo>
                  <a:pt x="259035" y="268039"/>
                  <a:pt x="261938" y="238646"/>
                  <a:pt x="261938" y="209029"/>
                </a:cubicBezTo>
                <a:lnTo>
                  <a:pt x="261938" y="190500"/>
                </a:lnTo>
                <a:cubicBezTo>
                  <a:pt x="261938" y="151061"/>
                  <a:pt x="229939" y="119063"/>
                  <a:pt x="190500" y="119063"/>
                </a:cubicBezTo>
                <a:close/>
                <a:moveTo>
                  <a:pt x="208359" y="190500"/>
                </a:moveTo>
                <a:cubicBezTo>
                  <a:pt x="208359" y="180603"/>
                  <a:pt x="200397" y="172641"/>
                  <a:pt x="190500" y="172641"/>
                </a:cubicBezTo>
                <a:cubicBezTo>
                  <a:pt x="180603" y="172641"/>
                  <a:pt x="172641" y="180603"/>
                  <a:pt x="172641" y="190500"/>
                </a:cubicBezTo>
                <a:lnTo>
                  <a:pt x="172641" y="209029"/>
                </a:lnTo>
                <a:cubicBezTo>
                  <a:pt x="172641" y="253603"/>
                  <a:pt x="164455" y="297805"/>
                  <a:pt x="148456" y="339403"/>
                </a:cubicBezTo>
                <a:lnTo>
                  <a:pt x="144066" y="350788"/>
                </a:lnTo>
                <a:cubicBezTo>
                  <a:pt x="140494" y="360015"/>
                  <a:pt x="145107" y="370359"/>
                  <a:pt x="154335" y="373856"/>
                </a:cubicBezTo>
                <a:cubicBezTo>
                  <a:pt x="163562" y="377354"/>
                  <a:pt x="173906" y="372814"/>
                  <a:pt x="177403" y="363587"/>
                </a:cubicBezTo>
                <a:lnTo>
                  <a:pt x="181794" y="352202"/>
                </a:lnTo>
                <a:cubicBezTo>
                  <a:pt x="199355" y="306512"/>
                  <a:pt x="208359" y="257994"/>
                  <a:pt x="208359" y="209029"/>
                </a:cubicBezTo>
                <a:lnTo>
                  <a:pt x="208359" y="190500"/>
                </a:ln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25" name="Text 23"/>
          <p:cNvSpPr/>
          <p:nvPr/>
        </p:nvSpPr>
        <p:spPr>
          <a:xfrm>
            <a:off x="11125200" y="6946900"/>
            <a:ext cx="436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مصادقة ثنائية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37900" y="7454900"/>
            <a:ext cx="434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Two-Factor Auth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44250" y="7962900"/>
            <a:ext cx="433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طبقة إضافية من الأمان مع OTP والبصمة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95950" y="5365750"/>
            <a:ext cx="4864100" cy="3263900"/>
          </a:xfrm>
          <a:custGeom>
            <a:avLst/>
            <a:gdLst/>
            <a:ahLst/>
            <a:cxnLst/>
            <a:rect l="l" t="t" r="r" b="b"/>
            <a:pathLst>
              <a:path w="4864100" h="3263900">
                <a:moveTo>
                  <a:pt x="203210" y="0"/>
                </a:moveTo>
                <a:lnTo>
                  <a:pt x="4660890" y="0"/>
                </a:lnTo>
                <a:cubicBezTo>
                  <a:pt x="4773120" y="0"/>
                  <a:pt x="4864100" y="90980"/>
                  <a:pt x="4864100" y="203210"/>
                </a:cubicBezTo>
                <a:lnTo>
                  <a:pt x="4864100" y="3060690"/>
                </a:lnTo>
                <a:cubicBezTo>
                  <a:pt x="4864100" y="3172920"/>
                  <a:pt x="4773120" y="3263900"/>
                  <a:pt x="4660890" y="3263900"/>
                </a:cubicBezTo>
                <a:lnTo>
                  <a:pt x="203210" y="3263900"/>
                </a:lnTo>
                <a:cubicBezTo>
                  <a:pt x="90980" y="3263900"/>
                  <a:pt x="0" y="3172920"/>
                  <a:pt x="0" y="3060690"/>
                </a:cubicBezTo>
                <a:lnTo>
                  <a:pt x="0" y="203210"/>
                </a:lnTo>
                <a:cubicBezTo>
                  <a:pt x="0" y="91056"/>
                  <a:pt x="91056" y="0"/>
                  <a:pt x="203210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0000" y="56769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0034"/>
              </a:gs>
              <a:gs pos="100000">
                <a:srgbClr val="5C0022"/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7916863" y="59944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77998" y="-5953"/>
                </a:moveTo>
                <a:cubicBezTo>
                  <a:pt x="173459" y="-10567"/>
                  <a:pt x="166836" y="-12427"/>
                  <a:pt x="160586" y="-10716"/>
                </a:cubicBezTo>
                <a:cubicBezTo>
                  <a:pt x="154335" y="-9004"/>
                  <a:pt x="149498" y="-4167"/>
                  <a:pt x="147935" y="2084"/>
                </a:cubicBezTo>
                <a:lnTo>
                  <a:pt x="136550" y="46881"/>
                </a:lnTo>
                <a:cubicBezTo>
                  <a:pt x="135731" y="50155"/>
                  <a:pt x="132383" y="52090"/>
                  <a:pt x="129183" y="51122"/>
                </a:cubicBezTo>
                <a:lnTo>
                  <a:pt x="84683" y="38621"/>
                </a:lnTo>
                <a:cubicBezTo>
                  <a:pt x="78432" y="36835"/>
                  <a:pt x="71735" y="38621"/>
                  <a:pt x="67196" y="43160"/>
                </a:cubicBezTo>
                <a:cubicBezTo>
                  <a:pt x="62657" y="47699"/>
                  <a:pt x="60871" y="54397"/>
                  <a:pt x="62657" y="60647"/>
                </a:cubicBezTo>
                <a:lnTo>
                  <a:pt x="75233" y="105147"/>
                </a:lnTo>
                <a:cubicBezTo>
                  <a:pt x="76126" y="108347"/>
                  <a:pt x="74191" y="111696"/>
                  <a:pt x="70991" y="112514"/>
                </a:cubicBezTo>
                <a:lnTo>
                  <a:pt x="26119" y="123899"/>
                </a:lnTo>
                <a:cubicBezTo>
                  <a:pt x="19869" y="125462"/>
                  <a:pt x="14957" y="130373"/>
                  <a:pt x="13246" y="136624"/>
                </a:cubicBezTo>
                <a:cubicBezTo>
                  <a:pt x="11534" y="142875"/>
                  <a:pt x="13395" y="149498"/>
                  <a:pt x="18008" y="154037"/>
                </a:cubicBezTo>
                <a:lnTo>
                  <a:pt x="51122" y="186258"/>
                </a:lnTo>
                <a:cubicBezTo>
                  <a:pt x="53504" y="188565"/>
                  <a:pt x="53504" y="192435"/>
                  <a:pt x="51122" y="194816"/>
                </a:cubicBezTo>
                <a:lnTo>
                  <a:pt x="18083" y="227037"/>
                </a:lnTo>
                <a:cubicBezTo>
                  <a:pt x="13469" y="231577"/>
                  <a:pt x="11609" y="238199"/>
                  <a:pt x="13320" y="244450"/>
                </a:cubicBezTo>
                <a:cubicBezTo>
                  <a:pt x="15032" y="250701"/>
                  <a:pt x="19943" y="255538"/>
                  <a:pt x="26194" y="257175"/>
                </a:cubicBezTo>
                <a:lnTo>
                  <a:pt x="70991" y="268560"/>
                </a:lnTo>
                <a:cubicBezTo>
                  <a:pt x="74265" y="269379"/>
                  <a:pt x="76200" y="272728"/>
                  <a:pt x="75233" y="275927"/>
                </a:cubicBezTo>
                <a:lnTo>
                  <a:pt x="62657" y="320353"/>
                </a:lnTo>
                <a:cubicBezTo>
                  <a:pt x="60871" y="326603"/>
                  <a:pt x="62657" y="333301"/>
                  <a:pt x="67196" y="337840"/>
                </a:cubicBezTo>
                <a:cubicBezTo>
                  <a:pt x="71735" y="342379"/>
                  <a:pt x="78432" y="344165"/>
                  <a:pt x="84683" y="342379"/>
                </a:cubicBezTo>
                <a:lnTo>
                  <a:pt x="129183" y="329803"/>
                </a:lnTo>
                <a:cubicBezTo>
                  <a:pt x="132383" y="328910"/>
                  <a:pt x="135731" y="330845"/>
                  <a:pt x="136550" y="334045"/>
                </a:cubicBezTo>
                <a:lnTo>
                  <a:pt x="147935" y="378842"/>
                </a:lnTo>
                <a:cubicBezTo>
                  <a:pt x="149498" y="385093"/>
                  <a:pt x="154409" y="390004"/>
                  <a:pt x="160660" y="391716"/>
                </a:cubicBezTo>
                <a:cubicBezTo>
                  <a:pt x="166911" y="393427"/>
                  <a:pt x="173534" y="391567"/>
                  <a:pt x="178073" y="386953"/>
                </a:cubicBezTo>
                <a:lnTo>
                  <a:pt x="210294" y="353839"/>
                </a:lnTo>
                <a:cubicBezTo>
                  <a:pt x="212601" y="351458"/>
                  <a:pt x="216471" y="351458"/>
                  <a:pt x="218852" y="353839"/>
                </a:cubicBezTo>
                <a:lnTo>
                  <a:pt x="250999" y="386953"/>
                </a:lnTo>
                <a:cubicBezTo>
                  <a:pt x="255538" y="391567"/>
                  <a:pt x="262161" y="393427"/>
                  <a:pt x="268412" y="391716"/>
                </a:cubicBezTo>
                <a:cubicBezTo>
                  <a:pt x="274662" y="390004"/>
                  <a:pt x="279499" y="385093"/>
                  <a:pt x="281136" y="378842"/>
                </a:cubicBezTo>
                <a:lnTo>
                  <a:pt x="292522" y="334119"/>
                </a:lnTo>
                <a:cubicBezTo>
                  <a:pt x="293340" y="330845"/>
                  <a:pt x="296689" y="328910"/>
                  <a:pt x="299889" y="329878"/>
                </a:cubicBezTo>
                <a:lnTo>
                  <a:pt x="344388" y="342454"/>
                </a:lnTo>
                <a:cubicBezTo>
                  <a:pt x="350639" y="344239"/>
                  <a:pt x="357336" y="342454"/>
                  <a:pt x="361876" y="337914"/>
                </a:cubicBezTo>
                <a:cubicBezTo>
                  <a:pt x="366415" y="333375"/>
                  <a:pt x="368201" y="326678"/>
                  <a:pt x="366415" y="320427"/>
                </a:cubicBezTo>
                <a:lnTo>
                  <a:pt x="353839" y="275927"/>
                </a:lnTo>
                <a:cubicBezTo>
                  <a:pt x="352946" y="272728"/>
                  <a:pt x="354881" y="269379"/>
                  <a:pt x="358080" y="268560"/>
                </a:cubicBezTo>
                <a:lnTo>
                  <a:pt x="402878" y="257175"/>
                </a:lnTo>
                <a:cubicBezTo>
                  <a:pt x="409129" y="255612"/>
                  <a:pt x="414040" y="250701"/>
                  <a:pt x="415751" y="244450"/>
                </a:cubicBezTo>
                <a:cubicBezTo>
                  <a:pt x="417463" y="238199"/>
                  <a:pt x="415603" y="231502"/>
                  <a:pt x="410989" y="227037"/>
                </a:cubicBezTo>
                <a:lnTo>
                  <a:pt x="377875" y="194816"/>
                </a:lnTo>
                <a:cubicBezTo>
                  <a:pt x="375493" y="192509"/>
                  <a:pt x="375493" y="188640"/>
                  <a:pt x="377875" y="186258"/>
                </a:cubicBezTo>
                <a:lnTo>
                  <a:pt x="410989" y="154037"/>
                </a:lnTo>
                <a:cubicBezTo>
                  <a:pt x="415603" y="149498"/>
                  <a:pt x="417463" y="142875"/>
                  <a:pt x="415751" y="136624"/>
                </a:cubicBezTo>
                <a:cubicBezTo>
                  <a:pt x="414040" y="130373"/>
                  <a:pt x="409129" y="125537"/>
                  <a:pt x="402878" y="123899"/>
                </a:cubicBezTo>
                <a:lnTo>
                  <a:pt x="358080" y="112514"/>
                </a:lnTo>
                <a:cubicBezTo>
                  <a:pt x="354806" y="111696"/>
                  <a:pt x="352871" y="108347"/>
                  <a:pt x="353839" y="105147"/>
                </a:cubicBezTo>
                <a:lnTo>
                  <a:pt x="366415" y="60647"/>
                </a:lnTo>
                <a:cubicBezTo>
                  <a:pt x="368201" y="54397"/>
                  <a:pt x="366415" y="47699"/>
                  <a:pt x="361876" y="43160"/>
                </a:cubicBezTo>
                <a:cubicBezTo>
                  <a:pt x="357336" y="38621"/>
                  <a:pt x="350639" y="36835"/>
                  <a:pt x="344388" y="38621"/>
                </a:cubicBezTo>
                <a:lnTo>
                  <a:pt x="299889" y="51197"/>
                </a:lnTo>
                <a:cubicBezTo>
                  <a:pt x="296689" y="52090"/>
                  <a:pt x="293340" y="50155"/>
                  <a:pt x="292522" y="46955"/>
                </a:cubicBezTo>
                <a:lnTo>
                  <a:pt x="281136" y="2084"/>
                </a:lnTo>
                <a:cubicBezTo>
                  <a:pt x="279574" y="-4167"/>
                  <a:pt x="274662" y="-9079"/>
                  <a:pt x="268412" y="-10790"/>
                </a:cubicBezTo>
                <a:cubicBezTo>
                  <a:pt x="262161" y="-12502"/>
                  <a:pt x="255538" y="-10641"/>
                  <a:pt x="250999" y="-6028"/>
                </a:cubicBezTo>
                <a:lnTo>
                  <a:pt x="218777" y="27161"/>
                </a:lnTo>
                <a:cubicBezTo>
                  <a:pt x="216471" y="29542"/>
                  <a:pt x="212601" y="29542"/>
                  <a:pt x="210220" y="27161"/>
                </a:cubicBezTo>
                <a:lnTo>
                  <a:pt x="177998" y="-595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6946900"/>
            <a:ext cx="436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ISO 27001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56300" y="7454900"/>
            <a:ext cx="434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Certified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62650" y="7962900"/>
            <a:ext cx="433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شهادة دولية في أمن المعلومات وإدارة البيانات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4350" y="5365750"/>
            <a:ext cx="4864100" cy="3263900"/>
          </a:xfrm>
          <a:custGeom>
            <a:avLst/>
            <a:gdLst/>
            <a:ahLst/>
            <a:cxnLst/>
            <a:rect l="l" t="t" r="r" b="b"/>
            <a:pathLst>
              <a:path w="4864100" h="3263900">
                <a:moveTo>
                  <a:pt x="203210" y="0"/>
                </a:moveTo>
                <a:lnTo>
                  <a:pt x="4660890" y="0"/>
                </a:lnTo>
                <a:cubicBezTo>
                  <a:pt x="4773120" y="0"/>
                  <a:pt x="4864100" y="90980"/>
                  <a:pt x="4864100" y="203210"/>
                </a:cubicBezTo>
                <a:lnTo>
                  <a:pt x="4864100" y="3060690"/>
                </a:lnTo>
                <a:cubicBezTo>
                  <a:pt x="4864100" y="3172920"/>
                  <a:pt x="4773120" y="3263900"/>
                  <a:pt x="4660890" y="3263900"/>
                </a:cubicBezTo>
                <a:lnTo>
                  <a:pt x="203210" y="3263900"/>
                </a:lnTo>
                <a:cubicBezTo>
                  <a:pt x="90980" y="3263900"/>
                  <a:pt x="0" y="3172920"/>
                  <a:pt x="0" y="3060690"/>
                </a:cubicBezTo>
                <a:lnTo>
                  <a:pt x="0" y="203210"/>
                </a:lnTo>
                <a:cubicBezTo>
                  <a:pt x="0" y="91056"/>
                  <a:pt x="91056" y="0"/>
                  <a:pt x="203210" y="0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38400" y="56769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2B138"/>
              </a:gs>
              <a:gs pos="100000">
                <a:srgbClr val="D49A2A"/>
              </a:gs>
            </a:gsLst>
            <a:lin ang="270000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2735263" y="59944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30510" y="-18529"/>
                </a:moveTo>
                <a:cubicBezTo>
                  <a:pt x="23515" y="-25524"/>
                  <a:pt x="12204" y="-25524"/>
                  <a:pt x="5283" y="-18529"/>
                </a:cubicBezTo>
                <a:cubicBezTo>
                  <a:pt x="-1637" y="-11534"/>
                  <a:pt x="-1712" y="-223"/>
                  <a:pt x="5209" y="6772"/>
                </a:cubicBezTo>
                <a:lnTo>
                  <a:pt x="398115" y="399678"/>
                </a:lnTo>
                <a:cubicBezTo>
                  <a:pt x="405110" y="406673"/>
                  <a:pt x="416421" y="406673"/>
                  <a:pt x="423342" y="399678"/>
                </a:cubicBezTo>
                <a:cubicBezTo>
                  <a:pt x="430262" y="392683"/>
                  <a:pt x="430337" y="381372"/>
                  <a:pt x="423342" y="374452"/>
                </a:cubicBezTo>
                <a:lnTo>
                  <a:pt x="351606" y="302716"/>
                </a:lnTo>
                <a:cubicBezTo>
                  <a:pt x="353616" y="300930"/>
                  <a:pt x="355625" y="299145"/>
                  <a:pt x="357560" y="297359"/>
                </a:cubicBezTo>
                <a:cubicBezTo>
                  <a:pt x="392385" y="264988"/>
                  <a:pt x="415677" y="226368"/>
                  <a:pt x="426765" y="199802"/>
                </a:cubicBezTo>
                <a:cubicBezTo>
                  <a:pt x="429220" y="193923"/>
                  <a:pt x="429220" y="187375"/>
                  <a:pt x="426765" y="181496"/>
                </a:cubicBezTo>
                <a:cubicBezTo>
                  <a:pt x="415677" y="154930"/>
                  <a:pt x="392385" y="116235"/>
                  <a:pt x="357560" y="83939"/>
                </a:cubicBezTo>
                <a:cubicBezTo>
                  <a:pt x="322511" y="51420"/>
                  <a:pt x="274365" y="23961"/>
                  <a:pt x="214238" y="23961"/>
                </a:cubicBezTo>
                <a:cubicBezTo>
                  <a:pt x="171971" y="23961"/>
                  <a:pt x="135657" y="37505"/>
                  <a:pt x="105594" y="56852"/>
                </a:cubicBezTo>
                <a:lnTo>
                  <a:pt x="30510" y="-18529"/>
                </a:lnTo>
                <a:close/>
                <a:moveTo>
                  <a:pt x="152177" y="103212"/>
                </a:moveTo>
                <a:cubicBezTo>
                  <a:pt x="169664" y="90711"/>
                  <a:pt x="191170" y="83344"/>
                  <a:pt x="214313" y="83344"/>
                </a:cubicBezTo>
                <a:cubicBezTo>
                  <a:pt x="273472" y="83344"/>
                  <a:pt x="321469" y="131341"/>
                  <a:pt x="321469" y="190500"/>
                </a:cubicBezTo>
                <a:cubicBezTo>
                  <a:pt x="321469" y="213643"/>
                  <a:pt x="314102" y="235074"/>
                  <a:pt x="301600" y="252636"/>
                </a:cubicBezTo>
                <a:lnTo>
                  <a:pt x="275779" y="226814"/>
                </a:lnTo>
                <a:cubicBezTo>
                  <a:pt x="285229" y="210889"/>
                  <a:pt x="288429" y="191319"/>
                  <a:pt x="283294" y="171971"/>
                </a:cubicBezTo>
                <a:cubicBezTo>
                  <a:pt x="273100" y="133871"/>
                  <a:pt x="233883" y="111249"/>
                  <a:pt x="195783" y="121444"/>
                </a:cubicBezTo>
                <a:cubicBezTo>
                  <a:pt x="189384" y="123155"/>
                  <a:pt x="183356" y="125685"/>
                  <a:pt x="177924" y="128885"/>
                </a:cubicBezTo>
                <a:lnTo>
                  <a:pt x="152102" y="103063"/>
                </a:lnTo>
                <a:close/>
                <a:moveTo>
                  <a:pt x="242069" y="294010"/>
                </a:moveTo>
                <a:cubicBezTo>
                  <a:pt x="233214" y="296391"/>
                  <a:pt x="223912" y="297656"/>
                  <a:pt x="214313" y="297656"/>
                </a:cubicBezTo>
                <a:cubicBezTo>
                  <a:pt x="155153" y="297656"/>
                  <a:pt x="107156" y="249659"/>
                  <a:pt x="107156" y="190500"/>
                </a:cubicBezTo>
                <a:cubicBezTo>
                  <a:pt x="107156" y="180901"/>
                  <a:pt x="108421" y="171599"/>
                  <a:pt x="110803" y="162744"/>
                </a:cubicBezTo>
                <a:lnTo>
                  <a:pt x="51643" y="103584"/>
                </a:lnTo>
                <a:cubicBezTo>
                  <a:pt x="27384" y="130969"/>
                  <a:pt x="10716" y="159990"/>
                  <a:pt x="1860" y="181347"/>
                </a:cubicBezTo>
                <a:cubicBezTo>
                  <a:pt x="-595" y="187226"/>
                  <a:pt x="-595" y="193774"/>
                  <a:pt x="1860" y="199653"/>
                </a:cubicBezTo>
                <a:cubicBezTo>
                  <a:pt x="12948" y="226219"/>
                  <a:pt x="36240" y="264914"/>
                  <a:pt x="71065" y="297210"/>
                </a:cubicBezTo>
                <a:cubicBezTo>
                  <a:pt x="106114" y="329729"/>
                  <a:pt x="154260" y="357188"/>
                  <a:pt x="214387" y="357188"/>
                </a:cubicBezTo>
                <a:cubicBezTo>
                  <a:pt x="242143" y="357188"/>
                  <a:pt x="267370" y="351309"/>
                  <a:pt x="289917" y="341858"/>
                </a:cubicBezTo>
                <a:lnTo>
                  <a:pt x="242143" y="294084"/>
                </a:ln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37" name="Text 35"/>
          <p:cNvSpPr/>
          <p:nvPr/>
        </p:nvSpPr>
        <p:spPr>
          <a:xfrm>
            <a:off x="762000" y="6946900"/>
            <a:ext cx="436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خصوصية تامة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4700" y="7454900"/>
            <a:ext cx="434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 Privacy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81050" y="7962900"/>
            <a:ext cx="433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لا يتم مشاركة بيانات العملاء مع أي طرف ثالث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9339352-11d035aa65de?w=1280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12500" b="1250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D0034">
                  <a:alpha val="80000"/>
                </a:srgbClr>
              </a:gs>
              <a:gs pos="50000">
                <a:srgbClr val="121212">
                  <a:alpha val="90000"/>
                </a:srgbClr>
              </a:gs>
              <a:gs pos="100000">
                <a:srgbClr val="0A0A0A"/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7518400" y="51435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gradFill rotWithShape="1" flip="none">
            <a:gsLst>
              <a:gs pos="0">
                <a:srgbClr val="8D0034"/>
              </a:gs>
              <a:gs pos="100000">
                <a:srgbClr val="5C0022"/>
              </a:gs>
            </a:gsLst>
            <a:lin ang="2700000" scaled="1"/>
          </a:gradFill>
          <a:ln/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55533" y="819150"/>
            <a:ext cx="749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09941" y="2139950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gradFill rotWithShape="1" flip="none">
                  <a:gsLst>
                    <a:gs pos="0">
                      <a:srgbClr val="F2B138"/>
                    </a:gs>
                    <a:gs pos="100000">
                      <a:srgbClr val="FFD700"/>
                    </a:gs>
                  </a:gsLst>
                  <a:lin ang="2700000" scaled="1"/>
                </a:gra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شكراً لثقتكم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20036" y="3054350"/>
            <a:ext cx="36195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FFFFFF">
                    <a:alpha val="80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 You for Your Trust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0" y="36512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25400" y="0"/>
                </a:moveTo>
                <a:lnTo>
                  <a:pt x="1600200" y="0"/>
                </a:lnTo>
                <a:cubicBezTo>
                  <a:pt x="1614219" y="0"/>
                  <a:pt x="1625600" y="11381"/>
                  <a:pt x="1625600" y="25400"/>
                </a:cubicBezTo>
                <a:lnTo>
                  <a:pt x="1625600" y="25400"/>
                </a:lnTo>
                <a:cubicBezTo>
                  <a:pt x="1625600" y="39419"/>
                  <a:pt x="1614219" y="50800"/>
                  <a:pt x="1600200" y="50800"/>
                </a:cubicBezTo>
                <a:lnTo>
                  <a:pt x="25400" y="50800"/>
                </a:lnTo>
                <a:cubicBezTo>
                  <a:pt x="11381" y="50800"/>
                  <a:pt x="0" y="39419"/>
                  <a:pt x="0" y="25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gradFill rotWithShape="1" flip="none">
            <a:gsLst>
              <a:gs pos="0">
                <a:srgbClr val="F2B138"/>
              </a:gs>
              <a:gs pos="100000">
                <a:srgbClr val="D49A2A"/>
              </a:gs>
            </a:gsLst>
            <a:lin ang="2700000" scaled="1"/>
          </a:gradFill>
          <a:ln/>
        </p:spPr>
      </p:sp>
      <p:sp>
        <p:nvSpPr>
          <p:cNvPr id="9" name="Shape 6"/>
          <p:cNvSpPr/>
          <p:nvPr/>
        </p:nvSpPr>
        <p:spPr>
          <a:xfrm>
            <a:off x="8337550" y="4216400"/>
            <a:ext cx="3225800" cy="2273300"/>
          </a:xfrm>
          <a:custGeom>
            <a:avLst/>
            <a:gdLst/>
            <a:ahLst/>
            <a:cxnLst/>
            <a:rect l="l" t="t" r="r" b="b"/>
            <a:pathLst>
              <a:path w="3225800" h="2273300">
                <a:moveTo>
                  <a:pt x="203210" y="0"/>
                </a:moveTo>
                <a:lnTo>
                  <a:pt x="3022590" y="0"/>
                </a:lnTo>
                <a:cubicBezTo>
                  <a:pt x="3134745" y="0"/>
                  <a:pt x="3225800" y="91055"/>
                  <a:pt x="3225800" y="203210"/>
                </a:cubicBezTo>
                <a:lnTo>
                  <a:pt x="3225800" y="2070090"/>
                </a:lnTo>
                <a:cubicBezTo>
                  <a:pt x="3225800" y="2182245"/>
                  <a:pt x="3134745" y="2273300"/>
                  <a:pt x="3022590" y="2273300"/>
                </a:cubicBezTo>
                <a:lnTo>
                  <a:pt x="203210" y="2273300"/>
                </a:lnTo>
                <a:cubicBezTo>
                  <a:pt x="91055" y="2273300"/>
                  <a:pt x="0" y="2182245"/>
                  <a:pt x="0" y="20700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810552" y="452755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0" y="140345"/>
                </a:moveTo>
                <a:cubicBezTo>
                  <a:pt x="0" y="62805"/>
                  <a:pt x="63996" y="0"/>
                  <a:pt x="142875" y="0"/>
                </a:cubicBezTo>
                <a:cubicBezTo>
                  <a:pt x="221754" y="0"/>
                  <a:pt x="285750" y="62805"/>
                  <a:pt x="285750" y="140345"/>
                </a:cubicBezTo>
                <a:cubicBezTo>
                  <a:pt x="285750" y="229121"/>
                  <a:pt x="196304" y="335533"/>
                  <a:pt x="158948" y="376089"/>
                </a:cubicBezTo>
                <a:cubicBezTo>
                  <a:pt x="150168" y="385614"/>
                  <a:pt x="135508" y="385614"/>
                  <a:pt x="126727" y="376089"/>
                </a:cubicBezTo>
                <a:cubicBezTo>
                  <a:pt x="89371" y="335533"/>
                  <a:pt x="-74" y="229121"/>
                  <a:pt x="-74" y="140345"/>
                </a:cubicBezTo>
                <a:close/>
                <a:moveTo>
                  <a:pt x="142875" y="190500"/>
                </a:moveTo>
                <a:cubicBezTo>
                  <a:pt x="169160" y="190500"/>
                  <a:pt x="190500" y="169160"/>
                  <a:pt x="190500" y="142875"/>
                </a:cubicBezTo>
                <a:cubicBezTo>
                  <a:pt x="190500" y="116590"/>
                  <a:pt x="169160" y="95250"/>
                  <a:pt x="142875" y="95250"/>
                </a:cubicBezTo>
                <a:cubicBezTo>
                  <a:pt x="116590" y="95250"/>
                  <a:pt x="95250" y="116590"/>
                  <a:pt x="95250" y="142875"/>
                </a:cubicBezTo>
                <a:cubicBezTo>
                  <a:pt x="95250" y="169160"/>
                  <a:pt x="116590" y="190500"/>
                  <a:pt x="142875" y="190500"/>
                </a:cubicBezTo>
                <a:close/>
              </a:path>
            </a:pathLst>
          </a:custGeom>
          <a:solidFill>
            <a:srgbClr val="F2B138"/>
          </a:solidFill>
          <a:ln/>
        </p:spPr>
      </p:sp>
      <p:sp>
        <p:nvSpPr>
          <p:cNvPr id="11" name="Text 8"/>
          <p:cNvSpPr/>
          <p:nvPr/>
        </p:nvSpPr>
        <p:spPr>
          <a:xfrm>
            <a:off x="8585200" y="511175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الموقع | Location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597900" y="5568950"/>
            <a:ext cx="270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Cairo, Egypt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97900" y="5873750"/>
            <a:ext cx="270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Coming Soon - Saudi Arabia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693047" y="4216400"/>
            <a:ext cx="3225800" cy="2273300"/>
          </a:xfrm>
          <a:custGeom>
            <a:avLst/>
            <a:gdLst/>
            <a:ahLst/>
            <a:cxnLst/>
            <a:rect l="l" t="t" r="r" b="b"/>
            <a:pathLst>
              <a:path w="3225800" h="2273300">
                <a:moveTo>
                  <a:pt x="203210" y="0"/>
                </a:moveTo>
                <a:lnTo>
                  <a:pt x="3022590" y="0"/>
                </a:lnTo>
                <a:cubicBezTo>
                  <a:pt x="3134745" y="0"/>
                  <a:pt x="3225800" y="91055"/>
                  <a:pt x="3225800" y="203210"/>
                </a:cubicBezTo>
                <a:lnTo>
                  <a:pt x="3225800" y="2070090"/>
                </a:lnTo>
                <a:cubicBezTo>
                  <a:pt x="3225800" y="2182245"/>
                  <a:pt x="3134745" y="2273300"/>
                  <a:pt x="3022590" y="2273300"/>
                </a:cubicBezTo>
                <a:lnTo>
                  <a:pt x="203210" y="2273300"/>
                </a:lnTo>
                <a:cubicBezTo>
                  <a:pt x="91055" y="2273300"/>
                  <a:pt x="0" y="2182245"/>
                  <a:pt x="0" y="2070090"/>
                </a:cubicBezTo>
                <a:lnTo>
                  <a:pt x="0" y="203210"/>
                </a:lnTo>
                <a:cubicBezTo>
                  <a:pt x="0" y="91055"/>
                  <a:pt x="91055" y="0"/>
                  <a:pt x="20321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18423" y="4527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9211" y="18604"/>
                </a:moveTo>
                <a:cubicBezTo>
                  <a:pt x="113333" y="4539"/>
                  <a:pt x="98003" y="-2902"/>
                  <a:pt x="83418" y="1042"/>
                </a:cubicBezTo>
                <a:lnTo>
                  <a:pt x="79325" y="2158"/>
                </a:lnTo>
                <a:cubicBezTo>
                  <a:pt x="31254" y="15255"/>
                  <a:pt x="-9823" y="61838"/>
                  <a:pt x="2158" y="118542"/>
                </a:cubicBezTo>
                <a:cubicBezTo>
                  <a:pt x="29766" y="248766"/>
                  <a:pt x="132234" y="351234"/>
                  <a:pt x="262458" y="378842"/>
                </a:cubicBezTo>
                <a:cubicBezTo>
                  <a:pt x="319236" y="390897"/>
                  <a:pt x="365745" y="349746"/>
                  <a:pt x="378842" y="301675"/>
                </a:cubicBezTo>
                <a:lnTo>
                  <a:pt x="379958" y="297582"/>
                </a:lnTo>
                <a:cubicBezTo>
                  <a:pt x="383977" y="282922"/>
                  <a:pt x="376461" y="267593"/>
                  <a:pt x="362471" y="261789"/>
                </a:cubicBezTo>
                <a:lnTo>
                  <a:pt x="290066" y="231651"/>
                </a:lnTo>
                <a:cubicBezTo>
                  <a:pt x="277788" y="226516"/>
                  <a:pt x="263575" y="230088"/>
                  <a:pt x="255091" y="240432"/>
                </a:cubicBezTo>
                <a:lnTo>
                  <a:pt x="226368" y="275555"/>
                </a:lnTo>
                <a:cubicBezTo>
                  <a:pt x="174054" y="249585"/>
                  <a:pt x="131936" y="206127"/>
                  <a:pt x="107752" y="152772"/>
                </a:cubicBezTo>
                <a:lnTo>
                  <a:pt x="140643" y="125983"/>
                </a:lnTo>
                <a:cubicBezTo>
                  <a:pt x="150986" y="117574"/>
                  <a:pt x="154484" y="103361"/>
                  <a:pt x="149423" y="91008"/>
                </a:cubicBezTo>
                <a:lnTo>
                  <a:pt x="119211" y="18604"/>
                </a:lnTo>
                <a:close/>
              </a:path>
            </a:pathLst>
          </a:custGeom>
          <a:solidFill>
            <a:srgbClr val="F2B138"/>
          </a:solidFill>
          <a:ln/>
        </p:spPr>
      </p:sp>
      <p:sp>
        <p:nvSpPr>
          <p:cNvPr id="16" name="Text 13"/>
          <p:cNvSpPr/>
          <p:nvPr/>
        </p:nvSpPr>
        <p:spPr>
          <a:xfrm>
            <a:off x="4940697" y="511175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اتصل بنا | Contact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953397" y="5568950"/>
            <a:ext cx="270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+2 (012) 2227 3331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953397" y="5873750"/>
            <a:ext cx="270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Info@thisisapri.com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042400" y="70040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9236075" y="718185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11274" y="69949"/>
                </a:moveTo>
                <a:cubicBezTo>
                  <a:pt x="90892" y="69896"/>
                  <a:pt x="72029" y="80721"/>
                  <a:pt x="61792" y="98346"/>
                </a:cubicBezTo>
                <a:cubicBezTo>
                  <a:pt x="51555" y="115971"/>
                  <a:pt x="51498" y="137718"/>
                  <a:pt x="61643" y="155397"/>
                </a:cubicBezTo>
                <a:cubicBezTo>
                  <a:pt x="71788" y="173075"/>
                  <a:pt x="90594" y="183998"/>
                  <a:pt x="110976" y="184051"/>
                </a:cubicBezTo>
                <a:cubicBezTo>
                  <a:pt x="142463" y="184133"/>
                  <a:pt x="168094" y="158636"/>
                  <a:pt x="168176" y="127149"/>
                </a:cubicBezTo>
                <a:cubicBezTo>
                  <a:pt x="168258" y="95662"/>
                  <a:pt x="142761" y="70031"/>
                  <a:pt x="111274" y="69949"/>
                </a:cubicBezTo>
                <a:close/>
                <a:moveTo>
                  <a:pt x="110976" y="89991"/>
                </a:moveTo>
                <a:cubicBezTo>
                  <a:pt x="124198" y="89938"/>
                  <a:pt x="136444" y="96943"/>
                  <a:pt x="143101" y="108367"/>
                </a:cubicBezTo>
                <a:cubicBezTo>
                  <a:pt x="149758" y="119791"/>
                  <a:pt x="149815" y="133898"/>
                  <a:pt x="143250" y="145375"/>
                </a:cubicBezTo>
                <a:cubicBezTo>
                  <a:pt x="136685" y="156852"/>
                  <a:pt x="124496" y="163955"/>
                  <a:pt x="111274" y="164009"/>
                </a:cubicBezTo>
                <a:cubicBezTo>
                  <a:pt x="90848" y="164091"/>
                  <a:pt x="74199" y="147574"/>
                  <a:pt x="74116" y="127149"/>
                </a:cubicBezTo>
                <a:cubicBezTo>
                  <a:pt x="74034" y="106723"/>
                  <a:pt x="90551" y="90074"/>
                  <a:pt x="110976" y="89991"/>
                </a:cubicBezTo>
                <a:close/>
                <a:moveTo>
                  <a:pt x="157311" y="67618"/>
                </a:moveTo>
                <a:cubicBezTo>
                  <a:pt x="157311" y="60280"/>
                  <a:pt x="163269" y="54322"/>
                  <a:pt x="170607" y="54322"/>
                </a:cubicBezTo>
                <a:cubicBezTo>
                  <a:pt x="177945" y="54322"/>
                  <a:pt x="183902" y="60280"/>
                  <a:pt x="183902" y="67618"/>
                </a:cubicBezTo>
                <a:cubicBezTo>
                  <a:pt x="183902" y="74955"/>
                  <a:pt x="177945" y="80913"/>
                  <a:pt x="170607" y="80913"/>
                </a:cubicBezTo>
                <a:cubicBezTo>
                  <a:pt x="163269" y="80913"/>
                  <a:pt x="157311" y="74955"/>
                  <a:pt x="157311" y="67618"/>
                </a:cubicBezTo>
                <a:close/>
                <a:moveTo>
                  <a:pt x="221655" y="81111"/>
                </a:moveTo>
                <a:cubicBezTo>
                  <a:pt x="220811" y="63302"/>
                  <a:pt x="216743" y="47526"/>
                  <a:pt x="203696" y="34528"/>
                </a:cubicBezTo>
                <a:cubicBezTo>
                  <a:pt x="190698" y="21530"/>
                  <a:pt x="174923" y="17463"/>
                  <a:pt x="157113" y="16570"/>
                </a:cubicBezTo>
                <a:cubicBezTo>
                  <a:pt x="138757" y="15528"/>
                  <a:pt x="83741" y="15528"/>
                  <a:pt x="65385" y="16570"/>
                </a:cubicBezTo>
                <a:cubicBezTo>
                  <a:pt x="47625" y="17413"/>
                  <a:pt x="31849" y="21481"/>
                  <a:pt x="18802" y="34479"/>
                </a:cubicBezTo>
                <a:cubicBezTo>
                  <a:pt x="5755" y="47476"/>
                  <a:pt x="1736" y="63252"/>
                  <a:pt x="843" y="81062"/>
                </a:cubicBezTo>
                <a:cubicBezTo>
                  <a:pt x="-198" y="99417"/>
                  <a:pt x="-198" y="154434"/>
                  <a:pt x="843" y="172789"/>
                </a:cubicBezTo>
                <a:cubicBezTo>
                  <a:pt x="1687" y="190599"/>
                  <a:pt x="5755" y="206375"/>
                  <a:pt x="18802" y="219373"/>
                </a:cubicBezTo>
                <a:cubicBezTo>
                  <a:pt x="31849" y="232370"/>
                  <a:pt x="47575" y="236438"/>
                  <a:pt x="65385" y="237331"/>
                </a:cubicBezTo>
                <a:cubicBezTo>
                  <a:pt x="83741" y="238373"/>
                  <a:pt x="138757" y="238373"/>
                  <a:pt x="157113" y="237331"/>
                </a:cubicBezTo>
                <a:cubicBezTo>
                  <a:pt x="174923" y="236488"/>
                  <a:pt x="190698" y="232420"/>
                  <a:pt x="203696" y="219373"/>
                </a:cubicBezTo>
                <a:cubicBezTo>
                  <a:pt x="216694" y="206375"/>
                  <a:pt x="220762" y="190599"/>
                  <a:pt x="221655" y="172789"/>
                </a:cubicBezTo>
                <a:cubicBezTo>
                  <a:pt x="222696" y="154434"/>
                  <a:pt x="222696" y="99467"/>
                  <a:pt x="221655" y="81111"/>
                </a:cubicBezTo>
                <a:close/>
                <a:moveTo>
                  <a:pt x="197941" y="192484"/>
                </a:moveTo>
                <a:cubicBezTo>
                  <a:pt x="194072" y="202208"/>
                  <a:pt x="186581" y="209699"/>
                  <a:pt x="176808" y="213618"/>
                </a:cubicBezTo>
                <a:cubicBezTo>
                  <a:pt x="162173" y="219422"/>
                  <a:pt x="127446" y="218083"/>
                  <a:pt x="111274" y="218083"/>
                </a:cubicBezTo>
                <a:cubicBezTo>
                  <a:pt x="95101" y="218083"/>
                  <a:pt x="60325" y="219373"/>
                  <a:pt x="45740" y="213618"/>
                </a:cubicBezTo>
                <a:cubicBezTo>
                  <a:pt x="36016" y="209748"/>
                  <a:pt x="28525" y="202257"/>
                  <a:pt x="24606" y="192484"/>
                </a:cubicBezTo>
                <a:cubicBezTo>
                  <a:pt x="18802" y="177850"/>
                  <a:pt x="20141" y="143123"/>
                  <a:pt x="20141" y="126950"/>
                </a:cubicBezTo>
                <a:cubicBezTo>
                  <a:pt x="20141" y="110778"/>
                  <a:pt x="18852" y="76002"/>
                  <a:pt x="24606" y="61416"/>
                </a:cubicBezTo>
                <a:cubicBezTo>
                  <a:pt x="28476" y="51693"/>
                  <a:pt x="35967" y="44202"/>
                  <a:pt x="45740" y="40283"/>
                </a:cubicBezTo>
                <a:cubicBezTo>
                  <a:pt x="60375" y="34479"/>
                  <a:pt x="95101" y="35818"/>
                  <a:pt x="111274" y="35818"/>
                </a:cubicBezTo>
                <a:cubicBezTo>
                  <a:pt x="127446" y="35818"/>
                  <a:pt x="162223" y="34528"/>
                  <a:pt x="176808" y="40283"/>
                </a:cubicBezTo>
                <a:cubicBezTo>
                  <a:pt x="186531" y="44152"/>
                  <a:pt x="194022" y="51643"/>
                  <a:pt x="197941" y="61416"/>
                </a:cubicBezTo>
                <a:cubicBezTo>
                  <a:pt x="203746" y="76051"/>
                  <a:pt x="202406" y="110778"/>
                  <a:pt x="202406" y="126950"/>
                </a:cubicBezTo>
                <a:cubicBezTo>
                  <a:pt x="202406" y="143123"/>
                  <a:pt x="203746" y="177899"/>
                  <a:pt x="197941" y="19248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8229600" y="70040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455025" y="7181850"/>
            <a:ext cx="158750" cy="254000"/>
          </a:xfrm>
          <a:custGeom>
            <a:avLst/>
            <a:gdLst/>
            <a:ahLst/>
            <a:cxnLst/>
            <a:rect l="l" t="t" r="r" b="b"/>
            <a:pathLst>
              <a:path w="158750" h="254000">
                <a:moveTo>
                  <a:pt x="39688" y="148481"/>
                </a:moveTo>
                <a:lnTo>
                  <a:pt x="39688" y="254000"/>
                </a:lnTo>
                <a:lnTo>
                  <a:pt x="97234" y="254000"/>
                </a:lnTo>
                <a:lnTo>
                  <a:pt x="97234" y="148481"/>
                </a:lnTo>
                <a:lnTo>
                  <a:pt x="140146" y="148481"/>
                </a:lnTo>
                <a:lnTo>
                  <a:pt x="149076" y="99963"/>
                </a:lnTo>
                <a:lnTo>
                  <a:pt x="97234" y="99963"/>
                </a:lnTo>
                <a:lnTo>
                  <a:pt x="97234" y="82798"/>
                </a:lnTo>
                <a:cubicBezTo>
                  <a:pt x="97234" y="57150"/>
                  <a:pt x="107305" y="47327"/>
                  <a:pt x="133300" y="47327"/>
                </a:cubicBezTo>
                <a:cubicBezTo>
                  <a:pt x="141387" y="47327"/>
                  <a:pt x="147886" y="47526"/>
                  <a:pt x="151656" y="47923"/>
                </a:cubicBezTo>
                <a:lnTo>
                  <a:pt x="151656" y="3919"/>
                </a:lnTo>
                <a:cubicBezTo>
                  <a:pt x="144562" y="1984"/>
                  <a:pt x="127198" y="0"/>
                  <a:pt x="117177" y="0"/>
                </a:cubicBezTo>
                <a:cubicBezTo>
                  <a:pt x="64145" y="0"/>
                  <a:pt x="39688" y="25053"/>
                  <a:pt x="39688" y="79077"/>
                </a:cubicBezTo>
                <a:lnTo>
                  <a:pt x="39688" y="99963"/>
                </a:lnTo>
                <a:lnTo>
                  <a:pt x="6945" y="99963"/>
                </a:lnTo>
                <a:lnTo>
                  <a:pt x="6945" y="148481"/>
                </a:lnTo>
                <a:lnTo>
                  <a:pt x="39688" y="1484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7416800" y="70040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594600" y="71818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7905" y="75257"/>
                </a:moveTo>
                <a:cubicBezTo>
                  <a:pt x="228054" y="77490"/>
                  <a:pt x="228054" y="79772"/>
                  <a:pt x="228054" y="82004"/>
                </a:cubicBezTo>
                <a:cubicBezTo>
                  <a:pt x="228054" y="150813"/>
                  <a:pt x="175667" y="230138"/>
                  <a:pt x="79921" y="230138"/>
                </a:cubicBezTo>
                <a:cubicBezTo>
                  <a:pt x="50403" y="230138"/>
                  <a:pt x="23019" y="221605"/>
                  <a:pt x="0" y="206772"/>
                </a:cubicBezTo>
                <a:cubicBezTo>
                  <a:pt x="4167" y="207268"/>
                  <a:pt x="8235" y="207417"/>
                  <a:pt x="12551" y="207417"/>
                </a:cubicBezTo>
                <a:cubicBezTo>
                  <a:pt x="36909" y="207417"/>
                  <a:pt x="59283" y="199182"/>
                  <a:pt x="77192" y="185192"/>
                </a:cubicBezTo>
                <a:cubicBezTo>
                  <a:pt x="54322" y="184696"/>
                  <a:pt x="35123" y="169714"/>
                  <a:pt x="28525" y="149076"/>
                </a:cubicBezTo>
                <a:cubicBezTo>
                  <a:pt x="31750" y="149572"/>
                  <a:pt x="34975" y="149870"/>
                  <a:pt x="38348" y="149870"/>
                </a:cubicBezTo>
                <a:cubicBezTo>
                  <a:pt x="43011" y="149870"/>
                  <a:pt x="47675" y="149225"/>
                  <a:pt x="52040" y="148084"/>
                </a:cubicBezTo>
                <a:cubicBezTo>
                  <a:pt x="28178" y="143272"/>
                  <a:pt x="10319" y="122287"/>
                  <a:pt x="10319" y="96986"/>
                </a:cubicBezTo>
                <a:lnTo>
                  <a:pt x="10319" y="96341"/>
                </a:lnTo>
                <a:cubicBezTo>
                  <a:pt x="17264" y="100211"/>
                  <a:pt x="25301" y="102642"/>
                  <a:pt x="33834" y="102939"/>
                </a:cubicBezTo>
                <a:cubicBezTo>
                  <a:pt x="19794" y="93613"/>
                  <a:pt x="10616" y="77639"/>
                  <a:pt x="10616" y="59581"/>
                </a:cubicBezTo>
                <a:cubicBezTo>
                  <a:pt x="10616" y="49907"/>
                  <a:pt x="13196" y="41027"/>
                  <a:pt x="17711" y="33288"/>
                </a:cubicBezTo>
                <a:cubicBezTo>
                  <a:pt x="43359" y="64889"/>
                  <a:pt x="81855" y="85527"/>
                  <a:pt x="125065" y="87759"/>
                </a:cubicBezTo>
                <a:cubicBezTo>
                  <a:pt x="124271" y="83889"/>
                  <a:pt x="123775" y="79871"/>
                  <a:pt x="123775" y="75853"/>
                </a:cubicBezTo>
                <a:cubicBezTo>
                  <a:pt x="123775" y="47179"/>
                  <a:pt x="146993" y="23812"/>
                  <a:pt x="175816" y="23812"/>
                </a:cubicBezTo>
                <a:cubicBezTo>
                  <a:pt x="190798" y="23812"/>
                  <a:pt x="204341" y="30113"/>
                  <a:pt x="213866" y="40233"/>
                </a:cubicBezTo>
                <a:cubicBezTo>
                  <a:pt x="225623" y="38001"/>
                  <a:pt x="236934" y="33635"/>
                  <a:pt x="246906" y="27682"/>
                </a:cubicBezTo>
                <a:cubicBezTo>
                  <a:pt x="243036" y="39787"/>
                  <a:pt x="234801" y="49907"/>
                  <a:pt x="224036" y="56356"/>
                </a:cubicBezTo>
                <a:cubicBezTo>
                  <a:pt x="234504" y="55215"/>
                  <a:pt x="244673" y="52338"/>
                  <a:pt x="254000" y="48320"/>
                </a:cubicBezTo>
                <a:cubicBezTo>
                  <a:pt x="246906" y="58638"/>
                  <a:pt x="238026" y="67816"/>
                  <a:pt x="227905" y="7525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6604000" y="70040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797675" y="718185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88962" y="48171"/>
                </a:moveTo>
                <a:cubicBezTo>
                  <a:pt x="168176" y="27335"/>
                  <a:pt x="140494" y="15875"/>
                  <a:pt x="111075" y="15875"/>
                </a:cubicBezTo>
                <a:cubicBezTo>
                  <a:pt x="50354" y="15875"/>
                  <a:pt x="943" y="65286"/>
                  <a:pt x="943" y="126008"/>
                </a:cubicBezTo>
                <a:cubicBezTo>
                  <a:pt x="943" y="145405"/>
                  <a:pt x="6003" y="164356"/>
                  <a:pt x="15627" y="181074"/>
                </a:cubicBezTo>
                <a:lnTo>
                  <a:pt x="0" y="238125"/>
                </a:lnTo>
                <a:lnTo>
                  <a:pt x="58390" y="222796"/>
                </a:lnTo>
                <a:cubicBezTo>
                  <a:pt x="74464" y="231577"/>
                  <a:pt x="92571" y="236190"/>
                  <a:pt x="111026" y="236190"/>
                </a:cubicBezTo>
                <a:lnTo>
                  <a:pt x="111075" y="236190"/>
                </a:lnTo>
                <a:cubicBezTo>
                  <a:pt x="171748" y="236190"/>
                  <a:pt x="222250" y="186779"/>
                  <a:pt x="222250" y="126057"/>
                </a:cubicBezTo>
                <a:cubicBezTo>
                  <a:pt x="222250" y="96639"/>
                  <a:pt x="209748" y="69007"/>
                  <a:pt x="188962" y="48171"/>
                </a:cubicBezTo>
                <a:close/>
                <a:moveTo>
                  <a:pt x="111075" y="217636"/>
                </a:moveTo>
                <a:cubicBezTo>
                  <a:pt x="94605" y="217636"/>
                  <a:pt x="78482" y="213221"/>
                  <a:pt x="64443" y="204887"/>
                </a:cubicBezTo>
                <a:lnTo>
                  <a:pt x="61119" y="202902"/>
                </a:lnTo>
                <a:lnTo>
                  <a:pt x="26491" y="211981"/>
                </a:lnTo>
                <a:lnTo>
                  <a:pt x="35719" y="178197"/>
                </a:lnTo>
                <a:lnTo>
                  <a:pt x="33536" y="174724"/>
                </a:lnTo>
                <a:cubicBezTo>
                  <a:pt x="24358" y="160139"/>
                  <a:pt x="19546" y="143321"/>
                  <a:pt x="19546" y="126008"/>
                </a:cubicBezTo>
                <a:cubicBezTo>
                  <a:pt x="19546" y="75555"/>
                  <a:pt x="60623" y="34479"/>
                  <a:pt x="111125" y="34479"/>
                </a:cubicBezTo>
                <a:cubicBezTo>
                  <a:pt x="135582" y="34479"/>
                  <a:pt x="158552" y="44004"/>
                  <a:pt x="175816" y="61317"/>
                </a:cubicBezTo>
                <a:cubicBezTo>
                  <a:pt x="193080" y="78631"/>
                  <a:pt x="203696" y="101600"/>
                  <a:pt x="203646" y="126057"/>
                </a:cubicBezTo>
                <a:cubicBezTo>
                  <a:pt x="203646" y="176560"/>
                  <a:pt x="161528" y="217636"/>
                  <a:pt x="111075" y="217636"/>
                </a:cubicBezTo>
                <a:close/>
                <a:moveTo>
                  <a:pt x="161280" y="149076"/>
                </a:moveTo>
                <a:cubicBezTo>
                  <a:pt x="158552" y="147687"/>
                  <a:pt x="145008" y="141039"/>
                  <a:pt x="142478" y="140146"/>
                </a:cubicBezTo>
                <a:cubicBezTo>
                  <a:pt x="139948" y="139204"/>
                  <a:pt x="138113" y="138757"/>
                  <a:pt x="136277" y="141536"/>
                </a:cubicBezTo>
                <a:cubicBezTo>
                  <a:pt x="134441" y="144314"/>
                  <a:pt x="129183" y="150465"/>
                  <a:pt x="127546" y="152350"/>
                </a:cubicBezTo>
                <a:cubicBezTo>
                  <a:pt x="125958" y="154186"/>
                  <a:pt x="124321" y="154434"/>
                  <a:pt x="121593" y="153045"/>
                </a:cubicBezTo>
                <a:cubicBezTo>
                  <a:pt x="105420" y="144959"/>
                  <a:pt x="94804" y="138609"/>
                  <a:pt x="84138" y="120303"/>
                </a:cubicBezTo>
                <a:cubicBezTo>
                  <a:pt x="81310" y="115441"/>
                  <a:pt x="86965" y="115788"/>
                  <a:pt x="92224" y="105271"/>
                </a:cubicBezTo>
                <a:cubicBezTo>
                  <a:pt x="93117" y="103436"/>
                  <a:pt x="92670" y="101848"/>
                  <a:pt x="91976" y="100459"/>
                </a:cubicBezTo>
                <a:cubicBezTo>
                  <a:pt x="91281" y="99070"/>
                  <a:pt x="85775" y="85527"/>
                  <a:pt x="83493" y="80020"/>
                </a:cubicBezTo>
                <a:cubicBezTo>
                  <a:pt x="81260" y="74662"/>
                  <a:pt x="78978" y="75406"/>
                  <a:pt x="77291" y="75307"/>
                </a:cubicBezTo>
                <a:cubicBezTo>
                  <a:pt x="75704" y="75208"/>
                  <a:pt x="73868" y="75208"/>
                  <a:pt x="72033" y="75208"/>
                </a:cubicBezTo>
                <a:cubicBezTo>
                  <a:pt x="70197" y="75208"/>
                  <a:pt x="67221" y="75902"/>
                  <a:pt x="64691" y="78631"/>
                </a:cubicBezTo>
                <a:cubicBezTo>
                  <a:pt x="62161" y="81409"/>
                  <a:pt x="55066" y="88057"/>
                  <a:pt x="55066" y="101600"/>
                </a:cubicBezTo>
                <a:cubicBezTo>
                  <a:pt x="55066" y="115143"/>
                  <a:pt x="64939" y="128240"/>
                  <a:pt x="66278" y="130076"/>
                </a:cubicBezTo>
                <a:cubicBezTo>
                  <a:pt x="67667" y="131911"/>
                  <a:pt x="85675" y="159693"/>
                  <a:pt x="113308" y="171648"/>
                </a:cubicBezTo>
                <a:cubicBezTo>
                  <a:pt x="130770" y="179189"/>
                  <a:pt x="137616" y="179834"/>
                  <a:pt x="146348" y="178544"/>
                </a:cubicBezTo>
                <a:cubicBezTo>
                  <a:pt x="151656" y="177750"/>
                  <a:pt x="162620" y="171896"/>
                  <a:pt x="164902" y="165447"/>
                </a:cubicBezTo>
                <a:cubicBezTo>
                  <a:pt x="167184" y="158998"/>
                  <a:pt x="167184" y="153491"/>
                  <a:pt x="166489" y="152350"/>
                </a:cubicBezTo>
                <a:cubicBezTo>
                  <a:pt x="165844" y="151110"/>
                  <a:pt x="164009" y="150416"/>
                  <a:pt x="161280" y="14907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6690916" y="8020050"/>
            <a:ext cx="287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4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© 2026 APRI. All Rights Reserved.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324005" y="8375650"/>
            <a:ext cx="360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2B13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Developed by Mohab Emad Ibrahim Hassan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APRI Restaurant - Professional Presentation</dc:title>
  <dc:subject>APRI Restaurant - Professional Presentation</dc:subject>
  <dc:creator>Kimi</dc:creator>
  <cp:lastModifiedBy>Kimi</cp:lastModifiedBy>
  <cp:revision>1</cp:revision>
  <dcterms:created xsi:type="dcterms:W3CDTF">2026-03-11T03:50:50Z</dcterms:created>
  <dcterms:modified xsi:type="dcterms:W3CDTF">2026-03-11T03:50:50Z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{"Label":"APRI Restaurant - Professional Presentation","ContentProducer":"001191110108MACG2KBH8F10000","ProduceID":"","ReservedCode1":"","ContentPropagator":"001191110108MACG2KBH8F20000","PropagateID":"","ReservedCode2":""}</vt:lpwstr>
  </property>
</Properties>
</file>